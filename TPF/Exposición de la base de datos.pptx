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0" r:id="rId4"/>
    <p:sldId id="258" r:id="rId5"/>
    <p:sldId id="261" r:id="rId6"/>
    <p:sldId id="265" r:id="rId7"/>
    <p:sldId id="270" r:id="rId8"/>
    <p:sldId id="27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E4AB7677-91E2-9046-BC54-FFBBA33A1BC6}">
          <p14:sldIdLst>
            <p14:sldId id="256"/>
          </p14:sldIdLst>
        </p14:section>
        <p14:section name="Detalles de la base e institución" id="{D1F0F52C-8554-5643-9BDE-C00BE2DFD4A0}">
          <p14:sldIdLst>
            <p14:sldId id="257"/>
          </p14:sldIdLst>
        </p14:section>
        <p14:section name="Pregunta de investigación" id="{CED65E59-0E32-F34D-B206-A1A3EE78AB08}">
          <p14:sldIdLst>
            <p14:sldId id="260"/>
          </p14:sldIdLst>
        </p14:section>
        <p14:section name="Análisis de valores perdidos" id="{DAC11116-7CA3-C64B-AE91-3534F92D693D}">
          <p14:sldIdLst>
            <p14:sldId id="258"/>
            <p14:sldId id="261"/>
          </p14:sldIdLst>
        </p14:section>
        <p14:section name="Metodología" id="{1F9A1601-AA1B-CC4E-A0C0-F5E7043ED6DB}">
          <p14:sldIdLst>
            <p14:sldId id="265"/>
          </p14:sldIdLst>
        </p14:section>
        <p14:section name="Ideas a investigar" id="{F3B280C7-A43B-4743-83E9-E967C7D8CA4F}">
          <p14:sldIdLst>
            <p14:sldId id="270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48" autoAdjust="0"/>
    <p:restoredTop sz="94489" autoAdjust="0"/>
  </p:normalViewPr>
  <p:slideViewPr>
    <p:cSldViewPr snapToGrid="0">
      <p:cViewPr varScale="1">
        <p:scale>
          <a:sx n="119" d="100"/>
          <a:sy n="119" d="100"/>
        </p:scale>
        <p:origin x="272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145D6E-2E87-4A53-A116-56462AAD8AE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5FDAB-FDCE-4D59-BE02-63C4933EB7D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35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AI generated images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5FDAB-FDCE-4D59-BE02-63C4933EB7D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336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AI generated images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5FDAB-FDCE-4D59-BE02-63C4933EB7D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5692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AI generated images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5FDAB-FDCE-4D59-BE02-63C4933EB7D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0554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AI generated images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5FDAB-FDCE-4D59-BE02-63C4933EB7D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8921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AI generated images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5FDAB-FDCE-4D59-BE02-63C4933EB7D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4253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Image Generated with AI</a:t>
            </a:r>
          </a:p>
          <a:p>
            <a:endParaRPr lang="en-PK" dirty="0"/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D9C65A-3AC6-406C-B9A9-9C6ED60FF56B}" type="slidenum">
              <a:rPr lang="en-PK" smtClean="0"/>
              <a:t>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13764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You can safely remove this slide. This slide</a:t>
            </a:r>
            <a:r>
              <a:rPr lang="en-US" baseline="0"/>
              <a:t> design was provided by SlideModel.com – You can download more templates, shapes and elements for PowerPoint from http://slidemodel.com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46254F-9338-4BA9-B7AC-A66622A3D01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7674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210437D5-C91A-8781-BB15-12648BEEBE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64812" y="1588"/>
            <a:ext cx="7923228" cy="4411266"/>
          </a:xfrm>
          <a:custGeom>
            <a:avLst/>
            <a:gdLst>
              <a:gd name="connsiteX0" fmla="*/ 364186 w 7923228"/>
              <a:gd name="connsiteY0" fmla="*/ 0 h 4411266"/>
              <a:gd name="connsiteX1" fmla="*/ 7559042 w 7923228"/>
              <a:gd name="connsiteY1" fmla="*/ 0 h 4411266"/>
              <a:gd name="connsiteX2" fmla="*/ 7863720 w 7923228"/>
              <a:gd name="connsiteY2" fmla="*/ 304800 h 4411266"/>
              <a:gd name="connsiteX3" fmla="*/ 7863720 w 7923228"/>
              <a:gd name="connsiteY3" fmla="*/ 592138 h 4411266"/>
              <a:gd name="connsiteX4" fmla="*/ 4106019 w 7923228"/>
              <a:gd name="connsiteY4" fmla="*/ 4352926 h 4411266"/>
              <a:gd name="connsiteX5" fmla="*/ 3818796 w 7923228"/>
              <a:gd name="connsiteY5" fmla="*/ 4352926 h 4411266"/>
              <a:gd name="connsiteX6" fmla="*/ 59508 w 7923228"/>
              <a:gd name="connsiteY6" fmla="*/ 592138 h 4411266"/>
              <a:gd name="connsiteX7" fmla="*/ 59508 w 7923228"/>
              <a:gd name="connsiteY7" fmla="*/ 304800 h 4411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23228" h="4411266">
                <a:moveTo>
                  <a:pt x="364186" y="0"/>
                </a:moveTo>
                <a:cubicBezTo>
                  <a:pt x="364186" y="0"/>
                  <a:pt x="364186" y="0"/>
                  <a:pt x="7559042" y="0"/>
                </a:cubicBezTo>
                <a:cubicBezTo>
                  <a:pt x="7559042" y="0"/>
                  <a:pt x="7559042" y="0"/>
                  <a:pt x="7863720" y="304800"/>
                </a:cubicBezTo>
                <a:cubicBezTo>
                  <a:pt x="7943064" y="384175"/>
                  <a:pt x="7943064" y="512763"/>
                  <a:pt x="7863720" y="592138"/>
                </a:cubicBezTo>
                <a:cubicBezTo>
                  <a:pt x="7863720" y="592138"/>
                  <a:pt x="7863720" y="592138"/>
                  <a:pt x="4106019" y="4352926"/>
                </a:cubicBezTo>
                <a:cubicBezTo>
                  <a:pt x="4026676" y="4430713"/>
                  <a:pt x="3898139" y="4430713"/>
                  <a:pt x="3818796" y="4352926"/>
                </a:cubicBezTo>
                <a:cubicBezTo>
                  <a:pt x="3818796" y="4352926"/>
                  <a:pt x="3818796" y="4352926"/>
                  <a:pt x="59508" y="592138"/>
                </a:cubicBezTo>
                <a:cubicBezTo>
                  <a:pt x="-19836" y="512763"/>
                  <a:pt x="-19836" y="384175"/>
                  <a:pt x="59508" y="30480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 sz="1500"/>
            </a:lvl1pPr>
          </a:lstStyle>
          <a:p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8FF24CF-860F-12B0-1778-4D151BF04BF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0953" y="2529407"/>
            <a:ext cx="1176850" cy="1179474"/>
          </a:xfrm>
          <a:custGeom>
            <a:avLst/>
            <a:gdLst>
              <a:gd name="connsiteX0" fmla="*/ 588425 w 1176850"/>
              <a:gd name="connsiteY0" fmla="*/ 0 h 1179474"/>
              <a:gd name="connsiteX1" fmla="*/ 1176850 w 1176850"/>
              <a:gd name="connsiteY1" fmla="*/ 589737 h 1179474"/>
              <a:gd name="connsiteX2" fmla="*/ 588425 w 1176850"/>
              <a:gd name="connsiteY2" fmla="*/ 1179474 h 1179474"/>
              <a:gd name="connsiteX3" fmla="*/ 0 w 1176850"/>
              <a:gd name="connsiteY3" fmla="*/ 589737 h 1179474"/>
              <a:gd name="connsiteX4" fmla="*/ 588425 w 1176850"/>
              <a:gd name="connsiteY4" fmla="*/ 0 h 117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6850" h="1179474">
                <a:moveTo>
                  <a:pt x="588425" y="0"/>
                </a:moveTo>
                <a:cubicBezTo>
                  <a:pt x="913403" y="0"/>
                  <a:pt x="1176850" y="264034"/>
                  <a:pt x="1176850" y="589737"/>
                </a:cubicBezTo>
                <a:cubicBezTo>
                  <a:pt x="1176850" y="915440"/>
                  <a:pt x="913403" y="1179474"/>
                  <a:pt x="588425" y="1179474"/>
                </a:cubicBezTo>
                <a:cubicBezTo>
                  <a:pt x="263447" y="1179474"/>
                  <a:pt x="0" y="915440"/>
                  <a:pt x="0" y="589737"/>
                </a:cubicBezTo>
                <a:cubicBezTo>
                  <a:pt x="0" y="264034"/>
                  <a:pt x="263447" y="0"/>
                  <a:pt x="58842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 sz="15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795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69A24B46-844E-6F12-908C-6D5F99BBAD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4" y="979698"/>
            <a:ext cx="8037196" cy="553998"/>
          </a:xfrm>
        </p:spPr>
        <p:txBody>
          <a:bodyPr vert="horz" wrap="square" lIns="0" tIns="0" rIns="0" bIns="0" rtlCol="0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40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/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BFEC2A-E7E4-341F-41FE-E0E7D10FECB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575300" y="2362200"/>
            <a:ext cx="5778500" cy="3657600"/>
          </a:xfrm>
          <a:prstGeom prst="roundRect">
            <a:avLst>
              <a:gd name="adj" fmla="val 6389"/>
            </a:avLst>
          </a:pr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/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2888868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F6C453AC-D70F-93D2-50B4-F2D25EA9C3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4" y="979698"/>
            <a:ext cx="8037196" cy="553998"/>
          </a:xfrm>
        </p:spPr>
        <p:txBody>
          <a:bodyPr vert="horz" wrap="square" lIns="0" tIns="0" rIns="0" bIns="0" rtlCol="0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40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/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55D7A6B-5A5F-1E05-EBC3-722CB2248C1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04576" y="1533696"/>
            <a:ext cx="7185744" cy="7185743"/>
          </a:xfrm>
          <a:custGeom>
            <a:avLst/>
            <a:gdLst>
              <a:gd name="csX0" fmla="*/ 3243192 w 6472640"/>
              <a:gd name="csY0" fmla="*/ 0 h 6472639"/>
              <a:gd name="csX1" fmla="*/ 3499715 w 6472640"/>
              <a:gd name="csY1" fmla="*/ 96196 h 6472639"/>
              <a:gd name="csX2" fmla="*/ 6376444 w 6472640"/>
              <a:gd name="csY2" fmla="*/ 2972925 h 6472639"/>
              <a:gd name="csX3" fmla="*/ 6376444 w 6472640"/>
              <a:gd name="csY3" fmla="*/ 3485972 h 6472639"/>
              <a:gd name="csX4" fmla="*/ 3499715 w 6472640"/>
              <a:gd name="csY4" fmla="*/ 6362701 h 6472639"/>
              <a:gd name="csX5" fmla="*/ 2986668 w 6472640"/>
              <a:gd name="csY5" fmla="*/ 6362701 h 6472639"/>
              <a:gd name="csX6" fmla="*/ 109939 w 6472640"/>
              <a:gd name="csY6" fmla="*/ 3485972 h 6472639"/>
              <a:gd name="csX7" fmla="*/ 109939 w 6472640"/>
              <a:gd name="csY7" fmla="*/ 2972925 h 6472639"/>
              <a:gd name="csX8" fmla="*/ 2986668 w 6472640"/>
              <a:gd name="csY8" fmla="*/ 96196 h 6472639"/>
              <a:gd name="csX9" fmla="*/ 3243192 w 6472640"/>
              <a:gd name="csY9" fmla="*/ 0 h 64726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6472640" h="6472639">
                <a:moveTo>
                  <a:pt x="3243192" y="0"/>
                </a:moveTo>
                <a:cubicBezTo>
                  <a:pt x="3334807" y="0"/>
                  <a:pt x="3426423" y="32065"/>
                  <a:pt x="3499715" y="96196"/>
                </a:cubicBezTo>
                <a:cubicBezTo>
                  <a:pt x="6376444" y="2972925"/>
                  <a:pt x="6376444" y="2972925"/>
                  <a:pt x="6376444" y="2972925"/>
                </a:cubicBezTo>
                <a:cubicBezTo>
                  <a:pt x="6504706" y="3119510"/>
                  <a:pt x="6504706" y="3357710"/>
                  <a:pt x="6376444" y="3485972"/>
                </a:cubicBezTo>
                <a:cubicBezTo>
                  <a:pt x="3499715" y="6362701"/>
                  <a:pt x="3499715" y="6362701"/>
                  <a:pt x="3499715" y="6362701"/>
                </a:cubicBezTo>
                <a:cubicBezTo>
                  <a:pt x="3353130" y="6509286"/>
                  <a:pt x="3133253" y="6509286"/>
                  <a:pt x="2986668" y="6362701"/>
                </a:cubicBezTo>
                <a:cubicBezTo>
                  <a:pt x="109939" y="3485972"/>
                  <a:pt x="109939" y="3485972"/>
                  <a:pt x="109939" y="3485972"/>
                </a:cubicBezTo>
                <a:cubicBezTo>
                  <a:pt x="-36646" y="3357710"/>
                  <a:pt x="-36646" y="3119510"/>
                  <a:pt x="109939" y="2972925"/>
                </a:cubicBezTo>
                <a:cubicBezTo>
                  <a:pt x="2986668" y="96196"/>
                  <a:pt x="2986668" y="96196"/>
                  <a:pt x="2986668" y="96196"/>
                </a:cubicBezTo>
                <a:cubicBezTo>
                  <a:pt x="3059961" y="32065"/>
                  <a:pt x="3151576" y="0"/>
                  <a:pt x="324319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914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F6C453AC-D70F-93D2-50B4-F2D25EA9C3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4" y="979698"/>
            <a:ext cx="8037196" cy="553998"/>
          </a:xfrm>
        </p:spPr>
        <p:txBody>
          <a:bodyPr vert="horz" wrap="square" lIns="0" tIns="0" rIns="0" bIns="0" rtlCol="0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40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/>
            <a:endParaRPr lang="en-US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DC59C980-54C2-1A83-CBEA-AD6DDF39841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486297" y="2073375"/>
            <a:ext cx="3346704" cy="3346704"/>
          </a:xfrm>
          <a:custGeom>
            <a:avLst/>
            <a:gdLst>
              <a:gd name="connsiteX0" fmla="*/ 1673352 w 3346704"/>
              <a:gd name="connsiteY0" fmla="*/ 0 h 3346704"/>
              <a:gd name="connsiteX1" fmla="*/ 3346704 w 3346704"/>
              <a:gd name="connsiteY1" fmla="*/ 1673352 h 3346704"/>
              <a:gd name="connsiteX2" fmla="*/ 1673352 w 3346704"/>
              <a:gd name="connsiteY2" fmla="*/ 3346704 h 3346704"/>
              <a:gd name="connsiteX3" fmla="*/ 0 w 3346704"/>
              <a:gd name="connsiteY3" fmla="*/ 1673352 h 3346704"/>
              <a:gd name="connsiteX4" fmla="*/ 1673352 w 3346704"/>
              <a:gd name="connsiteY4" fmla="*/ 0 h 3346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6704" h="3346704">
                <a:moveTo>
                  <a:pt x="1673352" y="0"/>
                </a:moveTo>
                <a:cubicBezTo>
                  <a:pt x="2597519" y="0"/>
                  <a:pt x="3346704" y="749185"/>
                  <a:pt x="3346704" y="1673352"/>
                </a:cubicBezTo>
                <a:cubicBezTo>
                  <a:pt x="3346704" y="2597519"/>
                  <a:pt x="2597519" y="3346704"/>
                  <a:pt x="1673352" y="3346704"/>
                </a:cubicBezTo>
                <a:cubicBezTo>
                  <a:pt x="749185" y="3346704"/>
                  <a:pt x="0" y="2597519"/>
                  <a:pt x="0" y="1673352"/>
                </a:cubicBezTo>
                <a:cubicBezTo>
                  <a:pt x="0" y="749185"/>
                  <a:pt x="749185" y="0"/>
                  <a:pt x="1673352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 sz="15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03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F6C453AC-D70F-93D2-50B4-F2D25EA9C3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4" y="979698"/>
            <a:ext cx="8037196" cy="553998"/>
          </a:xfrm>
        </p:spPr>
        <p:txBody>
          <a:bodyPr vert="horz" wrap="square" lIns="0" tIns="0" rIns="0" bIns="0" rtlCol="0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40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/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D612601-F67C-32E0-11CE-EB859807EA0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02956" y="-3184703"/>
            <a:ext cx="7095382" cy="7082479"/>
          </a:xfrm>
          <a:custGeom>
            <a:avLst/>
            <a:gdLst>
              <a:gd name="csX0" fmla="*/ 2789188 w 7095382"/>
              <a:gd name="csY0" fmla="*/ 255 h 7082479"/>
              <a:gd name="csX1" fmla="*/ 3007771 w 7095382"/>
              <a:gd name="csY1" fmla="*/ 58745 h 7082479"/>
              <a:gd name="csX2" fmla="*/ 6913193 w 7095382"/>
              <a:gd name="csY2" fmla="*/ 2495924 h 7082479"/>
              <a:gd name="csX3" fmla="*/ 7036639 w 7095382"/>
              <a:gd name="csY3" fmla="*/ 3029192 h 7082479"/>
              <a:gd name="csX4" fmla="*/ 4620879 w 7095382"/>
              <a:gd name="csY4" fmla="*/ 6900290 h 7082479"/>
              <a:gd name="csX5" fmla="*/ 4087611 w 7095382"/>
              <a:gd name="csY5" fmla="*/ 7023736 h 7082479"/>
              <a:gd name="csX6" fmla="*/ 182189 w 7095382"/>
              <a:gd name="csY6" fmla="*/ 4586557 h 7082479"/>
              <a:gd name="csX7" fmla="*/ 58744 w 7095382"/>
              <a:gd name="csY7" fmla="*/ 4053288 h 7082479"/>
              <a:gd name="csX8" fmla="*/ 2474503 w 7095382"/>
              <a:gd name="csY8" fmla="*/ 182190 h 7082479"/>
              <a:gd name="csX9" fmla="*/ 2789188 w 7095382"/>
              <a:gd name="csY9" fmla="*/ 255 h 70824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7095382" h="7082479">
                <a:moveTo>
                  <a:pt x="2789188" y="255"/>
                </a:moveTo>
                <a:cubicBezTo>
                  <a:pt x="2863689" y="-2446"/>
                  <a:pt x="2939766" y="16306"/>
                  <a:pt x="3007771" y="58745"/>
                </a:cubicBezTo>
                <a:lnTo>
                  <a:pt x="6913193" y="2495924"/>
                </a:lnTo>
                <a:cubicBezTo>
                  <a:pt x="7094539" y="2609093"/>
                  <a:pt x="7149808" y="2847845"/>
                  <a:pt x="7036639" y="3029192"/>
                </a:cubicBezTo>
                <a:lnTo>
                  <a:pt x="4620879" y="6900290"/>
                </a:lnTo>
                <a:cubicBezTo>
                  <a:pt x="4507710" y="7081636"/>
                  <a:pt x="4268957" y="7136905"/>
                  <a:pt x="4087611" y="7023736"/>
                </a:cubicBezTo>
                <a:lnTo>
                  <a:pt x="182189" y="4586557"/>
                </a:lnTo>
                <a:cubicBezTo>
                  <a:pt x="843" y="4473388"/>
                  <a:pt x="-54425" y="4234635"/>
                  <a:pt x="58744" y="4053288"/>
                </a:cubicBezTo>
                <a:lnTo>
                  <a:pt x="2474503" y="182190"/>
                </a:lnTo>
                <a:cubicBezTo>
                  <a:pt x="2545234" y="68849"/>
                  <a:pt x="2665021" y="4757"/>
                  <a:pt x="2789188" y="255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671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F6C453AC-D70F-93D2-50B4-F2D25EA9C3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4" y="979698"/>
            <a:ext cx="8037196" cy="553998"/>
          </a:xfrm>
        </p:spPr>
        <p:txBody>
          <a:bodyPr vert="horz" wrap="square" lIns="0" tIns="0" rIns="0" bIns="0" rtlCol="0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40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/>
            <a:endParaRPr lang="en-US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11637DF-9E40-223B-9CC9-F1862E99F89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92825" y="824358"/>
            <a:ext cx="5599176" cy="6033643"/>
          </a:xfrm>
          <a:custGeom>
            <a:avLst/>
            <a:gdLst>
              <a:gd name="connsiteX0" fmla="*/ 3526155 w 5599176"/>
              <a:gd name="connsiteY0" fmla="*/ 0 h 6033643"/>
              <a:gd name="connsiteX1" fmla="*/ 5599176 w 5599176"/>
              <a:gd name="connsiteY1" fmla="*/ 3547237 h 6033643"/>
              <a:gd name="connsiteX2" fmla="*/ 5599176 w 5599176"/>
              <a:gd name="connsiteY2" fmla="*/ 6033643 h 6033643"/>
              <a:gd name="connsiteX3" fmla="*/ 0 w 5599176"/>
              <a:gd name="connsiteY3" fmla="*/ 6033643 h 6033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9176" h="6033643">
                <a:moveTo>
                  <a:pt x="3526155" y="0"/>
                </a:moveTo>
                <a:lnTo>
                  <a:pt x="5599176" y="3547237"/>
                </a:lnTo>
                <a:lnTo>
                  <a:pt x="5599176" y="6033643"/>
                </a:lnTo>
                <a:lnTo>
                  <a:pt x="0" y="603364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 sz="15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523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F6C453AC-D70F-93D2-50B4-F2D25EA9C3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4" y="979698"/>
            <a:ext cx="8037196" cy="553998"/>
          </a:xfrm>
        </p:spPr>
        <p:txBody>
          <a:bodyPr vert="horz" wrap="square" lIns="0" tIns="0" rIns="0" bIns="0" rtlCol="0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40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/>
            <a:endParaRPr lang="en-US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126F66A2-75CD-D47B-9A58-1D428CB5DC7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515302" y="1115126"/>
            <a:ext cx="4678546" cy="4984925"/>
          </a:xfrm>
          <a:custGeom>
            <a:avLst/>
            <a:gdLst>
              <a:gd name="connsiteX0" fmla="*/ 1199577 w 4678546"/>
              <a:gd name="connsiteY0" fmla="*/ 0 h 4984925"/>
              <a:gd name="connsiteX1" fmla="*/ 2986735 w 4678546"/>
              <a:gd name="connsiteY1" fmla="*/ 0 h 4984925"/>
              <a:gd name="connsiteX2" fmla="*/ 4678546 w 4678546"/>
              <a:gd name="connsiteY2" fmla="*/ 0 h 4984925"/>
              <a:gd name="connsiteX3" fmla="*/ 4678546 w 4678546"/>
              <a:gd name="connsiteY3" fmla="*/ 4984925 h 4984925"/>
              <a:gd name="connsiteX4" fmla="*/ 3442576 w 4678546"/>
              <a:gd name="connsiteY4" fmla="*/ 4984925 h 4984925"/>
              <a:gd name="connsiteX5" fmla="*/ 2173846 w 4678546"/>
              <a:gd name="connsiteY5" fmla="*/ 4984925 h 4984925"/>
              <a:gd name="connsiteX6" fmla="*/ 0 w 4678546"/>
              <a:gd name="connsiteY6" fmla="*/ 1889583 h 4984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78546" h="4984925">
                <a:moveTo>
                  <a:pt x="1199577" y="0"/>
                </a:moveTo>
                <a:lnTo>
                  <a:pt x="2986735" y="0"/>
                </a:lnTo>
                <a:lnTo>
                  <a:pt x="4678546" y="0"/>
                </a:lnTo>
                <a:lnTo>
                  <a:pt x="4678546" y="4984925"/>
                </a:lnTo>
                <a:lnTo>
                  <a:pt x="3442576" y="4984925"/>
                </a:lnTo>
                <a:lnTo>
                  <a:pt x="2173846" y="4984925"/>
                </a:lnTo>
                <a:lnTo>
                  <a:pt x="0" y="188958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 sz="15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028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F6C453AC-D70F-93D2-50B4-F2D25EA9C3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4" y="979698"/>
            <a:ext cx="8037196" cy="553998"/>
          </a:xfrm>
        </p:spPr>
        <p:txBody>
          <a:bodyPr vert="horz" wrap="square" lIns="0" tIns="0" rIns="0" bIns="0" rtlCol="0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40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/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CD82FD-8A86-6B04-E2C4-005F6D2F696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710886" y="838200"/>
            <a:ext cx="3548830" cy="4337366"/>
          </a:xfrm>
          <a:custGeom>
            <a:avLst/>
            <a:gdLst>
              <a:gd name="connsiteX0" fmla="*/ 0 w 2859414"/>
              <a:gd name="connsiteY0" fmla="*/ 0 h 3494764"/>
              <a:gd name="connsiteX1" fmla="*/ 2859414 w 2859414"/>
              <a:gd name="connsiteY1" fmla="*/ 0 h 3494764"/>
              <a:gd name="connsiteX2" fmla="*/ 2859414 w 2859414"/>
              <a:gd name="connsiteY2" fmla="*/ 3494764 h 3494764"/>
              <a:gd name="connsiteX3" fmla="*/ 0 w 2859414"/>
              <a:gd name="connsiteY3" fmla="*/ 3494764 h 3494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9414" h="3494764">
                <a:moveTo>
                  <a:pt x="0" y="0"/>
                </a:moveTo>
                <a:lnTo>
                  <a:pt x="2859414" y="0"/>
                </a:lnTo>
                <a:lnTo>
                  <a:pt x="2859414" y="3494764"/>
                </a:lnTo>
                <a:lnTo>
                  <a:pt x="0" y="349476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500"/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1858036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F6C453AC-D70F-93D2-50B4-F2D25EA9C3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4" y="979698"/>
            <a:ext cx="8037196" cy="553998"/>
          </a:xfrm>
        </p:spPr>
        <p:txBody>
          <a:bodyPr vert="horz" wrap="square" lIns="0" tIns="0" rIns="0" bIns="0" rtlCol="0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40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631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F6C453AC-D70F-93D2-50B4-F2D25EA9C3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4" y="979698"/>
            <a:ext cx="8037196" cy="553998"/>
          </a:xfrm>
        </p:spPr>
        <p:txBody>
          <a:bodyPr vert="horz" wrap="square" lIns="0" tIns="0" rIns="0" bIns="0" rtlCol="0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40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001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F6C453AC-D70F-93D2-50B4-F2D25EA9C3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4" y="979698"/>
            <a:ext cx="8037196" cy="553998"/>
          </a:xfrm>
        </p:spPr>
        <p:txBody>
          <a:bodyPr vert="horz" wrap="square" lIns="0" tIns="0" rIns="0" bIns="0" rtlCol="0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40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/>
            <a:endParaRPr lang="en-US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E1D4B4F-B9F5-4425-9A2E-8905A2B2432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200898" y="723900"/>
            <a:ext cx="4267202" cy="3149600"/>
          </a:xfrm>
          <a:prstGeom prst="roundRect">
            <a:avLst>
              <a:gd name="adj" fmla="val 4732"/>
            </a:avLst>
          </a:prstGeom>
        </p:spPr>
        <p:txBody>
          <a:bodyPr wrap="square" anchor="ctr">
            <a:noAutofit/>
          </a:bodyPr>
          <a:lstStyle>
            <a:lvl1pPr algn="ctr">
              <a:defRPr sz="15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393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F6C453AC-D70F-93D2-50B4-F2D25EA9C3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4" y="979698"/>
            <a:ext cx="8037196" cy="553998"/>
          </a:xfrm>
        </p:spPr>
        <p:txBody>
          <a:bodyPr vert="horz" wrap="square" lIns="0" tIns="0" rIns="0" bIns="0" rtlCol="0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40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1B468BC-701A-8702-0726-04B84A241D7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5323" y="3622289"/>
            <a:ext cx="3958561" cy="2691937"/>
          </a:xfrm>
          <a:custGeom>
            <a:avLst/>
            <a:gdLst>
              <a:gd name="csX0" fmla="*/ 171046 w 3958561"/>
              <a:gd name="csY0" fmla="*/ 0 h 2691937"/>
              <a:gd name="csX1" fmla="*/ 3787515 w 3958561"/>
              <a:gd name="csY1" fmla="*/ 0 h 2691937"/>
              <a:gd name="csX2" fmla="*/ 3958561 w 3958561"/>
              <a:gd name="csY2" fmla="*/ 171046 h 2691937"/>
              <a:gd name="csX3" fmla="*/ 3958561 w 3958561"/>
              <a:gd name="csY3" fmla="*/ 2520891 h 2691937"/>
              <a:gd name="csX4" fmla="*/ 3787515 w 3958561"/>
              <a:gd name="csY4" fmla="*/ 2691937 h 2691937"/>
              <a:gd name="csX5" fmla="*/ 171046 w 3958561"/>
              <a:gd name="csY5" fmla="*/ 2691937 h 2691937"/>
              <a:gd name="csX6" fmla="*/ 0 w 3958561"/>
              <a:gd name="csY6" fmla="*/ 2520891 h 2691937"/>
              <a:gd name="csX7" fmla="*/ 0 w 3958561"/>
              <a:gd name="csY7" fmla="*/ 171046 h 2691937"/>
              <a:gd name="csX8" fmla="*/ 171046 w 3958561"/>
              <a:gd name="csY8" fmla="*/ 0 h 26919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958561" h="2691937">
                <a:moveTo>
                  <a:pt x="171046" y="0"/>
                </a:moveTo>
                <a:lnTo>
                  <a:pt x="3787515" y="0"/>
                </a:lnTo>
                <a:cubicBezTo>
                  <a:pt x="3881981" y="0"/>
                  <a:pt x="3958561" y="76580"/>
                  <a:pt x="3958561" y="171046"/>
                </a:cubicBezTo>
                <a:lnTo>
                  <a:pt x="3958561" y="2520891"/>
                </a:lnTo>
                <a:cubicBezTo>
                  <a:pt x="3958561" y="2615357"/>
                  <a:pt x="3881981" y="2691937"/>
                  <a:pt x="3787515" y="2691937"/>
                </a:cubicBezTo>
                <a:lnTo>
                  <a:pt x="171046" y="2691937"/>
                </a:lnTo>
                <a:cubicBezTo>
                  <a:pt x="76580" y="2691937"/>
                  <a:pt x="0" y="2615357"/>
                  <a:pt x="0" y="2520891"/>
                </a:cubicBezTo>
                <a:lnTo>
                  <a:pt x="0" y="171046"/>
                </a:lnTo>
                <a:cubicBezTo>
                  <a:pt x="0" y="76580"/>
                  <a:pt x="76580" y="0"/>
                  <a:pt x="17104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937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8672" y="2870634"/>
            <a:ext cx="5932223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 dirty="0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5122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B938969-23EE-A547-49F3-7E3A16594F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960438"/>
            <a:ext cx="5256212" cy="838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6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 sz="3600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400" indent="0">
              <a:buNone/>
              <a:defRPr sz="3600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600" indent="0">
              <a:buNone/>
              <a:defRPr sz="3600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800" indent="0">
              <a:buNone/>
              <a:defRPr sz="3600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031747F-D799-BF43-A2B4-1CB27B5F585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89152" y="1293361"/>
            <a:ext cx="4687819" cy="5564640"/>
          </a:xfrm>
          <a:prstGeom prst="round2SameRect">
            <a:avLst>
              <a:gd name="adj1" fmla="val 4313"/>
              <a:gd name="adj2" fmla="val 0"/>
            </a:avLst>
          </a:prstGeom>
        </p:spPr>
        <p:txBody>
          <a:bodyPr wrap="square">
            <a:noAutofit/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67763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07671F-0876-A12F-E6AB-656256721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D1707-6F7F-F36D-B76C-D31545652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05497-906B-7830-B391-12C8EA1DE0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88C24-024F-4073-91C3-64733FDAB3E3}" type="datetimeFigureOut">
              <a:rPr lang="en-US" smtClean="0"/>
              <a:t>7/28/26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0841E-4261-1BDC-D71A-7629EEFEE0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089BB-8A4A-8C7B-8D58-F0D7903F73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1A32B-DF9D-43C0-9114-B28DA2F0BC8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330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5" r:id="rId13"/>
    <p:sldLayoutId id="2147483676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">
            <a:extLst>
              <a:ext uri="{FF2B5EF4-FFF2-40B4-BE49-F238E27FC236}">
                <a16:creationId xmlns:a16="http://schemas.microsoft.com/office/drawing/2014/main" id="{1BA13968-263A-D749-B18E-B9A818E8FA2A}"/>
              </a:ext>
            </a:extLst>
          </p:cNvPr>
          <p:cNvSpPr>
            <a:spLocks/>
          </p:cNvSpPr>
          <p:nvPr/>
        </p:nvSpPr>
        <p:spPr bwMode="auto">
          <a:xfrm>
            <a:off x="4964113" y="1588"/>
            <a:ext cx="7224713" cy="6856413"/>
          </a:xfrm>
          <a:custGeom>
            <a:avLst/>
            <a:gdLst>
              <a:gd name="T0" fmla="*/ 4553 w 4553"/>
              <a:gd name="T1" fmla="*/ 0 h 4319"/>
              <a:gd name="T2" fmla="*/ 1162 w 4553"/>
              <a:gd name="T3" fmla="*/ 0 h 4319"/>
              <a:gd name="T4" fmla="*/ 81 w 4553"/>
              <a:gd name="T5" fmla="*/ 1081 h 4319"/>
              <a:gd name="T6" fmla="*/ 81 w 4553"/>
              <a:gd name="T7" fmla="*/ 1372 h 4319"/>
              <a:gd name="T8" fmla="*/ 3027 w 4553"/>
              <a:gd name="T9" fmla="*/ 4319 h 4319"/>
              <a:gd name="T10" fmla="*/ 4553 w 4553"/>
              <a:gd name="T11" fmla="*/ 4319 h 4319"/>
              <a:gd name="T12" fmla="*/ 4553 w 4553"/>
              <a:gd name="T13" fmla="*/ 0 h 43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53" h="4319">
                <a:moveTo>
                  <a:pt x="4553" y="0"/>
                </a:moveTo>
                <a:cubicBezTo>
                  <a:pt x="1162" y="0"/>
                  <a:pt x="1162" y="0"/>
                  <a:pt x="1162" y="0"/>
                </a:cubicBezTo>
                <a:cubicBezTo>
                  <a:pt x="81" y="1081"/>
                  <a:pt x="81" y="1081"/>
                  <a:pt x="81" y="1081"/>
                </a:cubicBezTo>
                <a:cubicBezTo>
                  <a:pt x="0" y="1161"/>
                  <a:pt x="0" y="1292"/>
                  <a:pt x="81" y="1372"/>
                </a:cubicBezTo>
                <a:cubicBezTo>
                  <a:pt x="3027" y="4319"/>
                  <a:pt x="3027" y="4319"/>
                  <a:pt x="3027" y="4319"/>
                </a:cubicBezTo>
                <a:cubicBezTo>
                  <a:pt x="4553" y="4319"/>
                  <a:pt x="4553" y="4319"/>
                  <a:pt x="4553" y="4319"/>
                </a:cubicBezTo>
                <a:lnTo>
                  <a:pt x="45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D5015840-7C44-0E63-4212-EF754732D7B0}"/>
              </a:ext>
            </a:extLst>
          </p:cNvPr>
          <p:cNvSpPr>
            <a:spLocks/>
          </p:cNvSpPr>
          <p:nvPr/>
        </p:nvSpPr>
        <p:spPr bwMode="auto">
          <a:xfrm>
            <a:off x="9832976" y="4651375"/>
            <a:ext cx="174625" cy="174625"/>
          </a:xfrm>
          <a:custGeom>
            <a:avLst/>
            <a:gdLst>
              <a:gd name="T0" fmla="*/ 40 w 110"/>
              <a:gd name="T1" fmla="*/ 103 h 110"/>
              <a:gd name="T2" fmla="*/ 7 w 110"/>
              <a:gd name="T3" fmla="*/ 70 h 110"/>
              <a:gd name="T4" fmla="*/ 7 w 110"/>
              <a:gd name="T5" fmla="*/ 41 h 110"/>
              <a:gd name="T6" fmla="*/ 40 w 110"/>
              <a:gd name="T7" fmla="*/ 8 h 110"/>
              <a:gd name="T8" fmla="*/ 69 w 110"/>
              <a:gd name="T9" fmla="*/ 8 h 110"/>
              <a:gd name="T10" fmla="*/ 102 w 110"/>
              <a:gd name="T11" fmla="*/ 41 h 110"/>
              <a:gd name="T12" fmla="*/ 102 w 110"/>
              <a:gd name="T13" fmla="*/ 70 h 110"/>
              <a:gd name="T14" fmla="*/ 69 w 110"/>
              <a:gd name="T15" fmla="*/ 103 h 110"/>
              <a:gd name="T16" fmla="*/ 40 w 110"/>
              <a:gd name="T17" fmla="*/ 103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10" h="110">
                <a:moveTo>
                  <a:pt x="40" y="103"/>
                </a:moveTo>
                <a:cubicBezTo>
                  <a:pt x="7" y="70"/>
                  <a:pt x="7" y="70"/>
                  <a:pt x="7" y="70"/>
                </a:cubicBezTo>
                <a:cubicBezTo>
                  <a:pt x="0" y="62"/>
                  <a:pt x="0" y="49"/>
                  <a:pt x="7" y="41"/>
                </a:cubicBezTo>
                <a:cubicBezTo>
                  <a:pt x="40" y="8"/>
                  <a:pt x="40" y="8"/>
                  <a:pt x="40" y="8"/>
                </a:cubicBezTo>
                <a:cubicBezTo>
                  <a:pt x="48" y="0"/>
                  <a:pt x="61" y="0"/>
                  <a:pt x="69" y="8"/>
                </a:cubicBezTo>
                <a:cubicBezTo>
                  <a:pt x="102" y="41"/>
                  <a:pt x="102" y="41"/>
                  <a:pt x="102" y="41"/>
                </a:cubicBezTo>
                <a:cubicBezTo>
                  <a:pt x="110" y="49"/>
                  <a:pt x="110" y="62"/>
                  <a:pt x="102" y="70"/>
                </a:cubicBezTo>
                <a:cubicBezTo>
                  <a:pt x="69" y="103"/>
                  <a:pt x="69" y="103"/>
                  <a:pt x="69" y="103"/>
                </a:cubicBezTo>
                <a:cubicBezTo>
                  <a:pt x="61" y="110"/>
                  <a:pt x="48" y="110"/>
                  <a:pt x="40" y="10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BBC64D5E-BE45-861D-EF53-E3EFD961EBA6}"/>
              </a:ext>
            </a:extLst>
          </p:cNvPr>
          <p:cNvSpPr>
            <a:spLocks noEditPoints="1"/>
          </p:cNvSpPr>
          <p:nvPr/>
        </p:nvSpPr>
        <p:spPr bwMode="auto">
          <a:xfrm>
            <a:off x="10645776" y="4948238"/>
            <a:ext cx="990600" cy="1630363"/>
          </a:xfrm>
          <a:custGeom>
            <a:avLst/>
            <a:gdLst>
              <a:gd name="T0" fmla="*/ 224 w 624"/>
              <a:gd name="T1" fmla="*/ 726 h 1027"/>
              <a:gd name="T2" fmla="*/ 200 w 624"/>
              <a:gd name="T3" fmla="*/ 902 h 1027"/>
              <a:gd name="T4" fmla="*/ 100 w 624"/>
              <a:gd name="T5" fmla="*/ 125 h 1027"/>
              <a:gd name="T6" fmla="*/ 224 w 624"/>
              <a:gd name="T7" fmla="*/ 1002 h 1027"/>
              <a:gd name="T8" fmla="*/ 100 w 624"/>
              <a:gd name="T9" fmla="*/ 225 h 1027"/>
              <a:gd name="T10" fmla="*/ 124 w 624"/>
              <a:gd name="T11" fmla="*/ 25 h 1027"/>
              <a:gd name="T12" fmla="*/ 200 w 624"/>
              <a:gd name="T13" fmla="*/ 501 h 1027"/>
              <a:gd name="T14" fmla="*/ 599 w 624"/>
              <a:gd name="T15" fmla="*/ 0 h 1027"/>
              <a:gd name="T16" fmla="*/ 324 w 624"/>
              <a:gd name="T17" fmla="*/ 702 h 1027"/>
              <a:gd name="T18" fmla="*/ 299 w 624"/>
              <a:gd name="T19" fmla="*/ 1027 h 1027"/>
              <a:gd name="T20" fmla="*/ 224 w 624"/>
              <a:gd name="T21" fmla="*/ 325 h 1027"/>
              <a:gd name="T22" fmla="*/ 200 w 624"/>
              <a:gd name="T23" fmla="*/ 201 h 1027"/>
              <a:gd name="T24" fmla="*/ 200 w 624"/>
              <a:gd name="T25" fmla="*/ 125 h 1027"/>
              <a:gd name="T26" fmla="*/ 25 w 624"/>
              <a:gd name="T27" fmla="*/ 601 h 1027"/>
              <a:gd name="T28" fmla="*/ 0 w 624"/>
              <a:gd name="T29" fmla="*/ 526 h 1027"/>
              <a:gd name="T30" fmla="*/ 25 w 624"/>
              <a:gd name="T31" fmla="*/ 426 h 1027"/>
              <a:gd name="T32" fmla="*/ 0 w 624"/>
              <a:gd name="T33" fmla="*/ 301 h 1027"/>
              <a:gd name="T34" fmla="*/ 0 w 624"/>
              <a:gd name="T35" fmla="*/ 927 h 1027"/>
              <a:gd name="T36" fmla="*/ 25 w 624"/>
              <a:gd name="T37" fmla="*/ 1002 h 1027"/>
              <a:gd name="T38" fmla="*/ 0 w 624"/>
              <a:gd name="T39" fmla="*/ 225 h 1027"/>
              <a:gd name="T40" fmla="*/ 25 w 624"/>
              <a:gd name="T41" fmla="*/ 25 h 1027"/>
              <a:gd name="T42" fmla="*/ 100 w 624"/>
              <a:gd name="T43" fmla="*/ 601 h 1027"/>
              <a:gd name="T44" fmla="*/ 100 w 624"/>
              <a:gd name="T45" fmla="*/ 726 h 1027"/>
              <a:gd name="T46" fmla="*/ 124 w 624"/>
              <a:gd name="T47" fmla="*/ 501 h 1027"/>
              <a:gd name="T48" fmla="*/ 100 w 624"/>
              <a:gd name="T49" fmla="*/ 927 h 1027"/>
              <a:gd name="T50" fmla="*/ 25 w 624"/>
              <a:gd name="T51" fmla="*/ 125 h 1027"/>
              <a:gd name="T52" fmla="*/ 100 w 624"/>
              <a:gd name="T53" fmla="*/ 1002 h 1027"/>
              <a:gd name="T54" fmla="*/ 499 w 624"/>
              <a:gd name="T55" fmla="*/ 125 h 1027"/>
              <a:gd name="T56" fmla="*/ 524 w 624"/>
              <a:gd name="T57" fmla="*/ 802 h 1027"/>
              <a:gd name="T58" fmla="*/ 499 w 624"/>
              <a:gd name="T59" fmla="*/ 25 h 1027"/>
              <a:gd name="T60" fmla="*/ 524 w 624"/>
              <a:gd name="T61" fmla="*/ 426 h 1027"/>
              <a:gd name="T62" fmla="*/ 499 w 624"/>
              <a:gd name="T63" fmla="*/ 601 h 1027"/>
              <a:gd name="T64" fmla="*/ 499 w 624"/>
              <a:gd name="T65" fmla="*/ 726 h 1027"/>
              <a:gd name="T66" fmla="*/ 524 w 624"/>
              <a:gd name="T67" fmla="*/ 501 h 1027"/>
              <a:gd name="T68" fmla="*/ 499 w 624"/>
              <a:gd name="T69" fmla="*/ 225 h 1027"/>
              <a:gd name="T70" fmla="*/ 624 w 624"/>
              <a:gd name="T71" fmla="*/ 325 h 1027"/>
              <a:gd name="T72" fmla="*/ 599 w 624"/>
              <a:gd name="T73" fmla="*/ 201 h 1027"/>
              <a:gd name="T74" fmla="*/ 599 w 624"/>
              <a:gd name="T75" fmla="*/ 626 h 1027"/>
              <a:gd name="T76" fmla="*/ 624 w 624"/>
              <a:gd name="T77" fmla="*/ 501 h 1027"/>
              <a:gd name="T78" fmla="*/ 599 w 624"/>
              <a:gd name="T79" fmla="*/ 827 h 1027"/>
              <a:gd name="T80" fmla="*/ 624 w 624"/>
              <a:gd name="T81" fmla="*/ 927 h 1027"/>
              <a:gd name="T82" fmla="*/ 599 w 624"/>
              <a:gd name="T83" fmla="*/ 1002 h 1027"/>
              <a:gd name="T84" fmla="*/ 399 w 624"/>
              <a:gd name="T85" fmla="*/ 1027 h 1027"/>
              <a:gd name="T86" fmla="*/ 424 w 624"/>
              <a:gd name="T87" fmla="*/ 702 h 1027"/>
              <a:gd name="T88" fmla="*/ 299 w 624"/>
              <a:gd name="T89" fmla="*/ 25 h 1027"/>
              <a:gd name="T90" fmla="*/ 324 w 624"/>
              <a:gd name="T91" fmla="*/ 426 h 1027"/>
              <a:gd name="T92" fmla="*/ 299 w 624"/>
              <a:gd name="T93" fmla="*/ 100 h 1027"/>
              <a:gd name="T94" fmla="*/ 299 w 624"/>
              <a:gd name="T95" fmla="*/ 225 h 1027"/>
              <a:gd name="T96" fmla="*/ 424 w 624"/>
              <a:gd name="T97" fmla="*/ 100 h 1027"/>
              <a:gd name="T98" fmla="*/ 499 w 624"/>
              <a:gd name="T99" fmla="*/ 927 h 1027"/>
              <a:gd name="T100" fmla="*/ 524 w 624"/>
              <a:gd name="T101" fmla="*/ 1027 h 1027"/>
              <a:gd name="T102" fmla="*/ 399 w 624"/>
              <a:gd name="T103" fmla="*/ 601 h 1027"/>
              <a:gd name="T104" fmla="*/ 399 w 624"/>
              <a:gd name="T105" fmla="*/ 325 h 1027"/>
              <a:gd name="T106" fmla="*/ 424 w 624"/>
              <a:gd name="T107" fmla="*/ 501 h 1027"/>
              <a:gd name="T108" fmla="*/ 399 w 624"/>
              <a:gd name="T109" fmla="*/ 426 h 10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624" h="1027">
                <a:moveTo>
                  <a:pt x="200" y="827"/>
                </a:moveTo>
                <a:lnTo>
                  <a:pt x="224" y="827"/>
                </a:lnTo>
                <a:lnTo>
                  <a:pt x="224" y="802"/>
                </a:lnTo>
                <a:lnTo>
                  <a:pt x="200" y="802"/>
                </a:lnTo>
                <a:lnTo>
                  <a:pt x="200" y="827"/>
                </a:lnTo>
                <a:close/>
                <a:moveTo>
                  <a:pt x="200" y="726"/>
                </a:moveTo>
                <a:lnTo>
                  <a:pt x="224" y="726"/>
                </a:lnTo>
                <a:lnTo>
                  <a:pt x="224" y="702"/>
                </a:lnTo>
                <a:lnTo>
                  <a:pt x="200" y="702"/>
                </a:lnTo>
                <a:lnTo>
                  <a:pt x="200" y="726"/>
                </a:lnTo>
                <a:close/>
                <a:moveTo>
                  <a:pt x="200" y="927"/>
                </a:moveTo>
                <a:lnTo>
                  <a:pt x="224" y="927"/>
                </a:lnTo>
                <a:lnTo>
                  <a:pt x="224" y="902"/>
                </a:lnTo>
                <a:lnTo>
                  <a:pt x="200" y="902"/>
                </a:lnTo>
                <a:lnTo>
                  <a:pt x="200" y="927"/>
                </a:lnTo>
                <a:close/>
                <a:moveTo>
                  <a:pt x="200" y="626"/>
                </a:moveTo>
                <a:lnTo>
                  <a:pt x="224" y="626"/>
                </a:lnTo>
                <a:lnTo>
                  <a:pt x="224" y="601"/>
                </a:lnTo>
                <a:lnTo>
                  <a:pt x="200" y="601"/>
                </a:lnTo>
                <a:lnTo>
                  <a:pt x="200" y="626"/>
                </a:lnTo>
                <a:close/>
                <a:moveTo>
                  <a:pt x="100" y="125"/>
                </a:moveTo>
                <a:lnTo>
                  <a:pt x="124" y="125"/>
                </a:lnTo>
                <a:lnTo>
                  <a:pt x="124" y="100"/>
                </a:lnTo>
                <a:lnTo>
                  <a:pt x="100" y="100"/>
                </a:lnTo>
                <a:lnTo>
                  <a:pt x="100" y="125"/>
                </a:lnTo>
                <a:close/>
                <a:moveTo>
                  <a:pt x="200" y="1027"/>
                </a:moveTo>
                <a:lnTo>
                  <a:pt x="224" y="1027"/>
                </a:lnTo>
                <a:lnTo>
                  <a:pt x="224" y="1002"/>
                </a:lnTo>
                <a:lnTo>
                  <a:pt x="200" y="1002"/>
                </a:lnTo>
                <a:lnTo>
                  <a:pt x="200" y="1027"/>
                </a:lnTo>
                <a:close/>
                <a:moveTo>
                  <a:pt x="100" y="225"/>
                </a:moveTo>
                <a:lnTo>
                  <a:pt x="124" y="225"/>
                </a:lnTo>
                <a:lnTo>
                  <a:pt x="124" y="201"/>
                </a:lnTo>
                <a:lnTo>
                  <a:pt x="100" y="201"/>
                </a:lnTo>
                <a:lnTo>
                  <a:pt x="100" y="225"/>
                </a:lnTo>
                <a:close/>
                <a:moveTo>
                  <a:pt x="100" y="325"/>
                </a:moveTo>
                <a:lnTo>
                  <a:pt x="124" y="325"/>
                </a:lnTo>
                <a:lnTo>
                  <a:pt x="124" y="301"/>
                </a:lnTo>
                <a:lnTo>
                  <a:pt x="100" y="301"/>
                </a:lnTo>
                <a:lnTo>
                  <a:pt x="100" y="325"/>
                </a:lnTo>
                <a:close/>
                <a:moveTo>
                  <a:pt x="100" y="25"/>
                </a:moveTo>
                <a:lnTo>
                  <a:pt x="124" y="25"/>
                </a:lnTo>
                <a:lnTo>
                  <a:pt x="124" y="0"/>
                </a:lnTo>
                <a:lnTo>
                  <a:pt x="100" y="0"/>
                </a:lnTo>
                <a:lnTo>
                  <a:pt x="100" y="25"/>
                </a:lnTo>
                <a:close/>
                <a:moveTo>
                  <a:pt x="200" y="526"/>
                </a:moveTo>
                <a:lnTo>
                  <a:pt x="224" y="526"/>
                </a:lnTo>
                <a:lnTo>
                  <a:pt x="224" y="501"/>
                </a:lnTo>
                <a:lnTo>
                  <a:pt x="200" y="501"/>
                </a:lnTo>
                <a:lnTo>
                  <a:pt x="200" y="526"/>
                </a:lnTo>
                <a:close/>
                <a:moveTo>
                  <a:pt x="200" y="426"/>
                </a:moveTo>
                <a:lnTo>
                  <a:pt x="224" y="426"/>
                </a:lnTo>
                <a:lnTo>
                  <a:pt x="224" y="401"/>
                </a:lnTo>
                <a:lnTo>
                  <a:pt x="200" y="401"/>
                </a:lnTo>
                <a:lnTo>
                  <a:pt x="200" y="426"/>
                </a:lnTo>
                <a:close/>
                <a:moveTo>
                  <a:pt x="599" y="0"/>
                </a:moveTo>
                <a:lnTo>
                  <a:pt x="599" y="25"/>
                </a:lnTo>
                <a:lnTo>
                  <a:pt x="624" y="25"/>
                </a:lnTo>
                <a:lnTo>
                  <a:pt x="624" y="0"/>
                </a:lnTo>
                <a:lnTo>
                  <a:pt x="599" y="0"/>
                </a:lnTo>
                <a:close/>
                <a:moveTo>
                  <a:pt x="299" y="726"/>
                </a:moveTo>
                <a:lnTo>
                  <a:pt x="324" y="726"/>
                </a:lnTo>
                <a:lnTo>
                  <a:pt x="324" y="702"/>
                </a:lnTo>
                <a:lnTo>
                  <a:pt x="299" y="702"/>
                </a:lnTo>
                <a:lnTo>
                  <a:pt x="299" y="726"/>
                </a:lnTo>
                <a:close/>
                <a:moveTo>
                  <a:pt x="299" y="1027"/>
                </a:moveTo>
                <a:lnTo>
                  <a:pt x="324" y="1027"/>
                </a:lnTo>
                <a:lnTo>
                  <a:pt x="324" y="1002"/>
                </a:lnTo>
                <a:lnTo>
                  <a:pt x="299" y="1002"/>
                </a:lnTo>
                <a:lnTo>
                  <a:pt x="299" y="1027"/>
                </a:lnTo>
                <a:close/>
                <a:moveTo>
                  <a:pt x="299" y="827"/>
                </a:moveTo>
                <a:lnTo>
                  <a:pt x="324" y="827"/>
                </a:lnTo>
                <a:lnTo>
                  <a:pt x="324" y="802"/>
                </a:lnTo>
                <a:lnTo>
                  <a:pt x="299" y="802"/>
                </a:lnTo>
                <a:lnTo>
                  <a:pt x="299" y="827"/>
                </a:lnTo>
                <a:close/>
                <a:moveTo>
                  <a:pt x="200" y="325"/>
                </a:moveTo>
                <a:lnTo>
                  <a:pt x="224" y="325"/>
                </a:lnTo>
                <a:lnTo>
                  <a:pt x="224" y="301"/>
                </a:lnTo>
                <a:lnTo>
                  <a:pt x="200" y="301"/>
                </a:lnTo>
                <a:lnTo>
                  <a:pt x="200" y="325"/>
                </a:lnTo>
                <a:close/>
                <a:moveTo>
                  <a:pt x="200" y="225"/>
                </a:moveTo>
                <a:lnTo>
                  <a:pt x="224" y="225"/>
                </a:lnTo>
                <a:lnTo>
                  <a:pt x="224" y="201"/>
                </a:lnTo>
                <a:lnTo>
                  <a:pt x="200" y="201"/>
                </a:lnTo>
                <a:lnTo>
                  <a:pt x="200" y="225"/>
                </a:lnTo>
                <a:close/>
                <a:moveTo>
                  <a:pt x="200" y="25"/>
                </a:moveTo>
                <a:lnTo>
                  <a:pt x="224" y="25"/>
                </a:lnTo>
                <a:lnTo>
                  <a:pt x="224" y="0"/>
                </a:lnTo>
                <a:lnTo>
                  <a:pt x="200" y="0"/>
                </a:lnTo>
                <a:lnTo>
                  <a:pt x="200" y="25"/>
                </a:lnTo>
                <a:close/>
                <a:moveTo>
                  <a:pt x="200" y="125"/>
                </a:moveTo>
                <a:lnTo>
                  <a:pt x="224" y="125"/>
                </a:lnTo>
                <a:lnTo>
                  <a:pt x="224" y="100"/>
                </a:lnTo>
                <a:lnTo>
                  <a:pt x="200" y="100"/>
                </a:lnTo>
                <a:lnTo>
                  <a:pt x="200" y="125"/>
                </a:lnTo>
                <a:close/>
                <a:moveTo>
                  <a:pt x="0" y="626"/>
                </a:moveTo>
                <a:lnTo>
                  <a:pt x="25" y="626"/>
                </a:lnTo>
                <a:lnTo>
                  <a:pt x="25" y="601"/>
                </a:lnTo>
                <a:lnTo>
                  <a:pt x="0" y="601"/>
                </a:lnTo>
                <a:lnTo>
                  <a:pt x="0" y="626"/>
                </a:lnTo>
                <a:close/>
                <a:moveTo>
                  <a:pt x="0" y="526"/>
                </a:moveTo>
                <a:lnTo>
                  <a:pt x="25" y="526"/>
                </a:lnTo>
                <a:lnTo>
                  <a:pt x="25" y="501"/>
                </a:lnTo>
                <a:lnTo>
                  <a:pt x="0" y="501"/>
                </a:lnTo>
                <a:lnTo>
                  <a:pt x="0" y="526"/>
                </a:lnTo>
                <a:close/>
                <a:moveTo>
                  <a:pt x="299" y="626"/>
                </a:moveTo>
                <a:lnTo>
                  <a:pt x="324" y="626"/>
                </a:lnTo>
                <a:lnTo>
                  <a:pt x="324" y="601"/>
                </a:lnTo>
                <a:lnTo>
                  <a:pt x="299" y="601"/>
                </a:lnTo>
                <a:lnTo>
                  <a:pt x="299" y="626"/>
                </a:lnTo>
                <a:close/>
                <a:moveTo>
                  <a:pt x="0" y="426"/>
                </a:moveTo>
                <a:lnTo>
                  <a:pt x="25" y="426"/>
                </a:lnTo>
                <a:lnTo>
                  <a:pt x="25" y="401"/>
                </a:lnTo>
                <a:lnTo>
                  <a:pt x="0" y="401"/>
                </a:lnTo>
                <a:lnTo>
                  <a:pt x="0" y="426"/>
                </a:lnTo>
                <a:close/>
                <a:moveTo>
                  <a:pt x="0" y="325"/>
                </a:moveTo>
                <a:lnTo>
                  <a:pt x="25" y="325"/>
                </a:lnTo>
                <a:lnTo>
                  <a:pt x="25" y="301"/>
                </a:lnTo>
                <a:lnTo>
                  <a:pt x="0" y="301"/>
                </a:lnTo>
                <a:lnTo>
                  <a:pt x="0" y="325"/>
                </a:lnTo>
                <a:close/>
                <a:moveTo>
                  <a:pt x="0" y="827"/>
                </a:moveTo>
                <a:lnTo>
                  <a:pt x="25" y="827"/>
                </a:lnTo>
                <a:lnTo>
                  <a:pt x="25" y="802"/>
                </a:lnTo>
                <a:lnTo>
                  <a:pt x="0" y="802"/>
                </a:lnTo>
                <a:lnTo>
                  <a:pt x="0" y="827"/>
                </a:lnTo>
                <a:close/>
                <a:moveTo>
                  <a:pt x="0" y="927"/>
                </a:moveTo>
                <a:lnTo>
                  <a:pt x="25" y="927"/>
                </a:lnTo>
                <a:lnTo>
                  <a:pt x="25" y="902"/>
                </a:lnTo>
                <a:lnTo>
                  <a:pt x="0" y="902"/>
                </a:lnTo>
                <a:lnTo>
                  <a:pt x="0" y="927"/>
                </a:lnTo>
                <a:close/>
                <a:moveTo>
                  <a:pt x="0" y="1027"/>
                </a:moveTo>
                <a:lnTo>
                  <a:pt x="25" y="1027"/>
                </a:lnTo>
                <a:lnTo>
                  <a:pt x="25" y="1002"/>
                </a:lnTo>
                <a:lnTo>
                  <a:pt x="0" y="1002"/>
                </a:lnTo>
                <a:lnTo>
                  <a:pt x="0" y="1027"/>
                </a:lnTo>
                <a:close/>
                <a:moveTo>
                  <a:pt x="0" y="225"/>
                </a:moveTo>
                <a:lnTo>
                  <a:pt x="25" y="225"/>
                </a:lnTo>
                <a:lnTo>
                  <a:pt x="25" y="201"/>
                </a:lnTo>
                <a:lnTo>
                  <a:pt x="0" y="201"/>
                </a:lnTo>
                <a:lnTo>
                  <a:pt x="0" y="225"/>
                </a:lnTo>
                <a:close/>
                <a:moveTo>
                  <a:pt x="0" y="726"/>
                </a:moveTo>
                <a:lnTo>
                  <a:pt x="25" y="726"/>
                </a:lnTo>
                <a:lnTo>
                  <a:pt x="25" y="702"/>
                </a:lnTo>
                <a:lnTo>
                  <a:pt x="0" y="702"/>
                </a:lnTo>
                <a:lnTo>
                  <a:pt x="0" y="726"/>
                </a:lnTo>
                <a:close/>
                <a:moveTo>
                  <a:pt x="0" y="25"/>
                </a:moveTo>
                <a:lnTo>
                  <a:pt x="25" y="25"/>
                </a:lnTo>
                <a:lnTo>
                  <a:pt x="25" y="0"/>
                </a:lnTo>
                <a:lnTo>
                  <a:pt x="0" y="0"/>
                </a:lnTo>
                <a:lnTo>
                  <a:pt x="0" y="25"/>
                </a:lnTo>
                <a:close/>
                <a:moveTo>
                  <a:pt x="100" y="626"/>
                </a:moveTo>
                <a:lnTo>
                  <a:pt x="124" y="626"/>
                </a:lnTo>
                <a:lnTo>
                  <a:pt x="124" y="601"/>
                </a:lnTo>
                <a:lnTo>
                  <a:pt x="100" y="601"/>
                </a:lnTo>
                <a:lnTo>
                  <a:pt x="100" y="626"/>
                </a:lnTo>
                <a:close/>
                <a:moveTo>
                  <a:pt x="100" y="827"/>
                </a:moveTo>
                <a:lnTo>
                  <a:pt x="124" y="827"/>
                </a:lnTo>
                <a:lnTo>
                  <a:pt x="124" y="802"/>
                </a:lnTo>
                <a:lnTo>
                  <a:pt x="100" y="802"/>
                </a:lnTo>
                <a:lnTo>
                  <a:pt x="100" y="827"/>
                </a:lnTo>
                <a:close/>
                <a:moveTo>
                  <a:pt x="100" y="726"/>
                </a:moveTo>
                <a:lnTo>
                  <a:pt x="124" y="726"/>
                </a:lnTo>
                <a:lnTo>
                  <a:pt x="124" y="702"/>
                </a:lnTo>
                <a:lnTo>
                  <a:pt x="100" y="702"/>
                </a:lnTo>
                <a:lnTo>
                  <a:pt x="100" y="726"/>
                </a:lnTo>
                <a:close/>
                <a:moveTo>
                  <a:pt x="100" y="526"/>
                </a:moveTo>
                <a:lnTo>
                  <a:pt x="124" y="526"/>
                </a:lnTo>
                <a:lnTo>
                  <a:pt x="124" y="501"/>
                </a:lnTo>
                <a:lnTo>
                  <a:pt x="100" y="501"/>
                </a:lnTo>
                <a:lnTo>
                  <a:pt x="100" y="526"/>
                </a:lnTo>
                <a:close/>
                <a:moveTo>
                  <a:pt x="100" y="927"/>
                </a:moveTo>
                <a:lnTo>
                  <a:pt x="124" y="927"/>
                </a:lnTo>
                <a:lnTo>
                  <a:pt x="124" y="902"/>
                </a:lnTo>
                <a:lnTo>
                  <a:pt x="100" y="902"/>
                </a:lnTo>
                <a:lnTo>
                  <a:pt x="100" y="927"/>
                </a:lnTo>
                <a:close/>
                <a:moveTo>
                  <a:pt x="100" y="426"/>
                </a:moveTo>
                <a:lnTo>
                  <a:pt x="124" y="426"/>
                </a:lnTo>
                <a:lnTo>
                  <a:pt x="124" y="401"/>
                </a:lnTo>
                <a:lnTo>
                  <a:pt x="100" y="401"/>
                </a:lnTo>
                <a:lnTo>
                  <a:pt x="100" y="426"/>
                </a:lnTo>
                <a:close/>
                <a:moveTo>
                  <a:pt x="0" y="125"/>
                </a:moveTo>
                <a:lnTo>
                  <a:pt x="25" y="125"/>
                </a:lnTo>
                <a:lnTo>
                  <a:pt x="25" y="100"/>
                </a:lnTo>
                <a:lnTo>
                  <a:pt x="0" y="100"/>
                </a:lnTo>
                <a:lnTo>
                  <a:pt x="0" y="125"/>
                </a:lnTo>
                <a:close/>
                <a:moveTo>
                  <a:pt x="100" y="1027"/>
                </a:moveTo>
                <a:lnTo>
                  <a:pt x="124" y="1027"/>
                </a:lnTo>
                <a:lnTo>
                  <a:pt x="124" y="1002"/>
                </a:lnTo>
                <a:lnTo>
                  <a:pt x="100" y="1002"/>
                </a:lnTo>
                <a:lnTo>
                  <a:pt x="100" y="1027"/>
                </a:lnTo>
                <a:close/>
                <a:moveTo>
                  <a:pt x="299" y="927"/>
                </a:moveTo>
                <a:lnTo>
                  <a:pt x="324" y="927"/>
                </a:lnTo>
                <a:lnTo>
                  <a:pt x="324" y="902"/>
                </a:lnTo>
                <a:lnTo>
                  <a:pt x="299" y="902"/>
                </a:lnTo>
                <a:lnTo>
                  <a:pt x="299" y="927"/>
                </a:lnTo>
                <a:close/>
                <a:moveTo>
                  <a:pt x="499" y="125"/>
                </a:moveTo>
                <a:lnTo>
                  <a:pt x="524" y="125"/>
                </a:lnTo>
                <a:lnTo>
                  <a:pt x="524" y="100"/>
                </a:lnTo>
                <a:lnTo>
                  <a:pt x="499" y="100"/>
                </a:lnTo>
                <a:lnTo>
                  <a:pt x="499" y="125"/>
                </a:lnTo>
                <a:close/>
                <a:moveTo>
                  <a:pt x="499" y="827"/>
                </a:moveTo>
                <a:lnTo>
                  <a:pt x="524" y="827"/>
                </a:lnTo>
                <a:lnTo>
                  <a:pt x="524" y="802"/>
                </a:lnTo>
                <a:lnTo>
                  <a:pt x="499" y="802"/>
                </a:lnTo>
                <a:lnTo>
                  <a:pt x="499" y="827"/>
                </a:lnTo>
                <a:close/>
                <a:moveTo>
                  <a:pt x="499" y="25"/>
                </a:moveTo>
                <a:lnTo>
                  <a:pt x="524" y="25"/>
                </a:lnTo>
                <a:lnTo>
                  <a:pt x="524" y="0"/>
                </a:lnTo>
                <a:lnTo>
                  <a:pt x="499" y="0"/>
                </a:lnTo>
                <a:lnTo>
                  <a:pt x="499" y="25"/>
                </a:lnTo>
                <a:close/>
                <a:moveTo>
                  <a:pt x="499" y="325"/>
                </a:moveTo>
                <a:lnTo>
                  <a:pt x="524" y="325"/>
                </a:lnTo>
                <a:lnTo>
                  <a:pt x="524" y="301"/>
                </a:lnTo>
                <a:lnTo>
                  <a:pt x="499" y="301"/>
                </a:lnTo>
                <a:lnTo>
                  <a:pt x="499" y="325"/>
                </a:lnTo>
                <a:close/>
                <a:moveTo>
                  <a:pt x="499" y="426"/>
                </a:moveTo>
                <a:lnTo>
                  <a:pt x="524" y="426"/>
                </a:lnTo>
                <a:lnTo>
                  <a:pt x="524" y="401"/>
                </a:lnTo>
                <a:lnTo>
                  <a:pt x="499" y="401"/>
                </a:lnTo>
                <a:lnTo>
                  <a:pt x="499" y="426"/>
                </a:lnTo>
                <a:close/>
                <a:moveTo>
                  <a:pt x="499" y="626"/>
                </a:moveTo>
                <a:lnTo>
                  <a:pt x="524" y="626"/>
                </a:lnTo>
                <a:lnTo>
                  <a:pt x="524" y="601"/>
                </a:lnTo>
                <a:lnTo>
                  <a:pt x="499" y="601"/>
                </a:lnTo>
                <a:lnTo>
                  <a:pt x="499" y="626"/>
                </a:lnTo>
                <a:close/>
                <a:moveTo>
                  <a:pt x="299" y="526"/>
                </a:moveTo>
                <a:lnTo>
                  <a:pt x="324" y="526"/>
                </a:lnTo>
                <a:lnTo>
                  <a:pt x="324" y="501"/>
                </a:lnTo>
                <a:lnTo>
                  <a:pt x="299" y="501"/>
                </a:lnTo>
                <a:lnTo>
                  <a:pt x="299" y="526"/>
                </a:lnTo>
                <a:close/>
                <a:moveTo>
                  <a:pt x="499" y="726"/>
                </a:moveTo>
                <a:lnTo>
                  <a:pt x="524" y="726"/>
                </a:lnTo>
                <a:lnTo>
                  <a:pt x="524" y="702"/>
                </a:lnTo>
                <a:lnTo>
                  <a:pt x="499" y="702"/>
                </a:lnTo>
                <a:lnTo>
                  <a:pt x="499" y="726"/>
                </a:lnTo>
                <a:close/>
                <a:moveTo>
                  <a:pt x="499" y="526"/>
                </a:moveTo>
                <a:lnTo>
                  <a:pt x="524" y="526"/>
                </a:lnTo>
                <a:lnTo>
                  <a:pt x="524" y="501"/>
                </a:lnTo>
                <a:lnTo>
                  <a:pt x="499" y="501"/>
                </a:lnTo>
                <a:lnTo>
                  <a:pt x="499" y="526"/>
                </a:lnTo>
                <a:close/>
                <a:moveTo>
                  <a:pt x="499" y="225"/>
                </a:moveTo>
                <a:lnTo>
                  <a:pt x="524" y="225"/>
                </a:lnTo>
                <a:lnTo>
                  <a:pt x="524" y="201"/>
                </a:lnTo>
                <a:lnTo>
                  <a:pt x="499" y="201"/>
                </a:lnTo>
                <a:lnTo>
                  <a:pt x="499" y="225"/>
                </a:lnTo>
                <a:close/>
                <a:moveTo>
                  <a:pt x="599" y="426"/>
                </a:moveTo>
                <a:lnTo>
                  <a:pt x="624" y="426"/>
                </a:lnTo>
                <a:lnTo>
                  <a:pt x="624" y="401"/>
                </a:lnTo>
                <a:lnTo>
                  <a:pt x="599" y="401"/>
                </a:lnTo>
                <a:lnTo>
                  <a:pt x="599" y="426"/>
                </a:lnTo>
                <a:close/>
                <a:moveTo>
                  <a:pt x="599" y="325"/>
                </a:moveTo>
                <a:lnTo>
                  <a:pt x="624" y="325"/>
                </a:lnTo>
                <a:lnTo>
                  <a:pt x="624" y="301"/>
                </a:lnTo>
                <a:lnTo>
                  <a:pt x="599" y="301"/>
                </a:lnTo>
                <a:lnTo>
                  <a:pt x="599" y="325"/>
                </a:lnTo>
                <a:close/>
                <a:moveTo>
                  <a:pt x="599" y="225"/>
                </a:moveTo>
                <a:lnTo>
                  <a:pt x="624" y="225"/>
                </a:lnTo>
                <a:lnTo>
                  <a:pt x="624" y="201"/>
                </a:lnTo>
                <a:lnTo>
                  <a:pt x="599" y="201"/>
                </a:lnTo>
                <a:lnTo>
                  <a:pt x="599" y="225"/>
                </a:lnTo>
                <a:close/>
                <a:moveTo>
                  <a:pt x="599" y="125"/>
                </a:moveTo>
                <a:lnTo>
                  <a:pt x="624" y="125"/>
                </a:lnTo>
                <a:lnTo>
                  <a:pt x="624" y="100"/>
                </a:lnTo>
                <a:lnTo>
                  <a:pt x="599" y="100"/>
                </a:lnTo>
                <a:lnTo>
                  <a:pt x="599" y="125"/>
                </a:lnTo>
                <a:close/>
                <a:moveTo>
                  <a:pt x="599" y="626"/>
                </a:moveTo>
                <a:lnTo>
                  <a:pt x="624" y="626"/>
                </a:lnTo>
                <a:lnTo>
                  <a:pt x="624" y="601"/>
                </a:lnTo>
                <a:lnTo>
                  <a:pt x="599" y="601"/>
                </a:lnTo>
                <a:lnTo>
                  <a:pt x="599" y="626"/>
                </a:lnTo>
                <a:close/>
                <a:moveTo>
                  <a:pt x="599" y="526"/>
                </a:moveTo>
                <a:lnTo>
                  <a:pt x="624" y="526"/>
                </a:lnTo>
                <a:lnTo>
                  <a:pt x="624" y="501"/>
                </a:lnTo>
                <a:lnTo>
                  <a:pt x="599" y="501"/>
                </a:lnTo>
                <a:lnTo>
                  <a:pt x="599" y="526"/>
                </a:lnTo>
                <a:close/>
                <a:moveTo>
                  <a:pt x="599" y="827"/>
                </a:moveTo>
                <a:lnTo>
                  <a:pt x="624" y="827"/>
                </a:lnTo>
                <a:lnTo>
                  <a:pt x="624" y="802"/>
                </a:lnTo>
                <a:lnTo>
                  <a:pt x="599" y="802"/>
                </a:lnTo>
                <a:lnTo>
                  <a:pt x="599" y="827"/>
                </a:lnTo>
                <a:close/>
                <a:moveTo>
                  <a:pt x="599" y="726"/>
                </a:moveTo>
                <a:lnTo>
                  <a:pt x="624" y="726"/>
                </a:lnTo>
                <a:lnTo>
                  <a:pt x="624" y="702"/>
                </a:lnTo>
                <a:lnTo>
                  <a:pt x="599" y="702"/>
                </a:lnTo>
                <a:lnTo>
                  <a:pt x="599" y="726"/>
                </a:lnTo>
                <a:close/>
                <a:moveTo>
                  <a:pt x="599" y="927"/>
                </a:moveTo>
                <a:lnTo>
                  <a:pt x="624" y="927"/>
                </a:lnTo>
                <a:lnTo>
                  <a:pt x="624" y="902"/>
                </a:lnTo>
                <a:lnTo>
                  <a:pt x="599" y="902"/>
                </a:lnTo>
                <a:lnTo>
                  <a:pt x="599" y="927"/>
                </a:lnTo>
                <a:close/>
                <a:moveTo>
                  <a:pt x="599" y="1027"/>
                </a:moveTo>
                <a:lnTo>
                  <a:pt x="624" y="1027"/>
                </a:lnTo>
                <a:lnTo>
                  <a:pt x="624" y="1002"/>
                </a:lnTo>
                <a:lnTo>
                  <a:pt x="599" y="1002"/>
                </a:lnTo>
                <a:lnTo>
                  <a:pt x="599" y="1027"/>
                </a:lnTo>
                <a:close/>
                <a:moveTo>
                  <a:pt x="399" y="927"/>
                </a:moveTo>
                <a:lnTo>
                  <a:pt x="424" y="927"/>
                </a:lnTo>
                <a:lnTo>
                  <a:pt x="424" y="902"/>
                </a:lnTo>
                <a:lnTo>
                  <a:pt x="399" y="902"/>
                </a:lnTo>
                <a:lnTo>
                  <a:pt x="399" y="927"/>
                </a:lnTo>
                <a:close/>
                <a:moveTo>
                  <a:pt x="399" y="1027"/>
                </a:moveTo>
                <a:lnTo>
                  <a:pt x="424" y="1027"/>
                </a:lnTo>
                <a:lnTo>
                  <a:pt x="424" y="1002"/>
                </a:lnTo>
                <a:lnTo>
                  <a:pt x="399" y="1002"/>
                </a:lnTo>
                <a:lnTo>
                  <a:pt x="399" y="1027"/>
                </a:lnTo>
                <a:close/>
                <a:moveTo>
                  <a:pt x="399" y="726"/>
                </a:moveTo>
                <a:lnTo>
                  <a:pt x="424" y="726"/>
                </a:lnTo>
                <a:lnTo>
                  <a:pt x="424" y="702"/>
                </a:lnTo>
                <a:lnTo>
                  <a:pt x="399" y="702"/>
                </a:lnTo>
                <a:lnTo>
                  <a:pt x="399" y="726"/>
                </a:lnTo>
                <a:close/>
                <a:moveTo>
                  <a:pt x="299" y="25"/>
                </a:moveTo>
                <a:lnTo>
                  <a:pt x="324" y="25"/>
                </a:lnTo>
                <a:lnTo>
                  <a:pt x="324" y="0"/>
                </a:lnTo>
                <a:lnTo>
                  <a:pt x="299" y="0"/>
                </a:lnTo>
                <a:lnTo>
                  <a:pt x="299" y="25"/>
                </a:lnTo>
                <a:close/>
                <a:moveTo>
                  <a:pt x="399" y="827"/>
                </a:moveTo>
                <a:lnTo>
                  <a:pt x="424" y="827"/>
                </a:lnTo>
                <a:lnTo>
                  <a:pt x="424" y="802"/>
                </a:lnTo>
                <a:lnTo>
                  <a:pt x="399" y="802"/>
                </a:lnTo>
                <a:lnTo>
                  <a:pt x="399" y="827"/>
                </a:lnTo>
                <a:close/>
                <a:moveTo>
                  <a:pt x="299" y="426"/>
                </a:moveTo>
                <a:lnTo>
                  <a:pt x="324" y="426"/>
                </a:lnTo>
                <a:lnTo>
                  <a:pt x="324" y="401"/>
                </a:lnTo>
                <a:lnTo>
                  <a:pt x="299" y="401"/>
                </a:lnTo>
                <a:lnTo>
                  <a:pt x="299" y="426"/>
                </a:lnTo>
                <a:close/>
                <a:moveTo>
                  <a:pt x="299" y="125"/>
                </a:moveTo>
                <a:lnTo>
                  <a:pt x="324" y="125"/>
                </a:lnTo>
                <a:lnTo>
                  <a:pt x="324" y="100"/>
                </a:lnTo>
                <a:lnTo>
                  <a:pt x="299" y="100"/>
                </a:lnTo>
                <a:lnTo>
                  <a:pt x="299" y="125"/>
                </a:lnTo>
                <a:close/>
                <a:moveTo>
                  <a:pt x="299" y="325"/>
                </a:moveTo>
                <a:lnTo>
                  <a:pt x="324" y="325"/>
                </a:lnTo>
                <a:lnTo>
                  <a:pt x="324" y="301"/>
                </a:lnTo>
                <a:lnTo>
                  <a:pt x="299" y="301"/>
                </a:lnTo>
                <a:lnTo>
                  <a:pt x="299" y="325"/>
                </a:lnTo>
                <a:close/>
                <a:moveTo>
                  <a:pt x="299" y="225"/>
                </a:moveTo>
                <a:lnTo>
                  <a:pt x="324" y="225"/>
                </a:lnTo>
                <a:lnTo>
                  <a:pt x="324" y="201"/>
                </a:lnTo>
                <a:lnTo>
                  <a:pt x="299" y="201"/>
                </a:lnTo>
                <a:lnTo>
                  <a:pt x="299" y="225"/>
                </a:lnTo>
                <a:close/>
                <a:moveTo>
                  <a:pt x="399" y="125"/>
                </a:moveTo>
                <a:lnTo>
                  <a:pt x="424" y="125"/>
                </a:lnTo>
                <a:lnTo>
                  <a:pt x="424" y="100"/>
                </a:lnTo>
                <a:lnTo>
                  <a:pt x="399" y="100"/>
                </a:lnTo>
                <a:lnTo>
                  <a:pt x="399" y="125"/>
                </a:lnTo>
                <a:close/>
                <a:moveTo>
                  <a:pt x="499" y="927"/>
                </a:moveTo>
                <a:lnTo>
                  <a:pt x="524" y="927"/>
                </a:lnTo>
                <a:lnTo>
                  <a:pt x="524" y="902"/>
                </a:lnTo>
                <a:lnTo>
                  <a:pt x="499" y="902"/>
                </a:lnTo>
                <a:lnTo>
                  <a:pt x="499" y="927"/>
                </a:lnTo>
                <a:close/>
                <a:moveTo>
                  <a:pt x="399" y="25"/>
                </a:moveTo>
                <a:lnTo>
                  <a:pt x="424" y="25"/>
                </a:lnTo>
                <a:lnTo>
                  <a:pt x="424" y="0"/>
                </a:lnTo>
                <a:lnTo>
                  <a:pt x="399" y="0"/>
                </a:lnTo>
                <a:lnTo>
                  <a:pt x="399" y="25"/>
                </a:lnTo>
                <a:close/>
                <a:moveTo>
                  <a:pt x="499" y="1027"/>
                </a:moveTo>
                <a:lnTo>
                  <a:pt x="524" y="1027"/>
                </a:lnTo>
                <a:lnTo>
                  <a:pt x="524" y="1002"/>
                </a:lnTo>
                <a:lnTo>
                  <a:pt x="499" y="1002"/>
                </a:lnTo>
                <a:lnTo>
                  <a:pt x="499" y="1027"/>
                </a:lnTo>
                <a:close/>
                <a:moveTo>
                  <a:pt x="399" y="626"/>
                </a:moveTo>
                <a:lnTo>
                  <a:pt x="424" y="626"/>
                </a:lnTo>
                <a:lnTo>
                  <a:pt x="424" y="601"/>
                </a:lnTo>
                <a:lnTo>
                  <a:pt x="399" y="601"/>
                </a:lnTo>
                <a:lnTo>
                  <a:pt x="399" y="626"/>
                </a:lnTo>
                <a:close/>
                <a:moveTo>
                  <a:pt x="399" y="225"/>
                </a:moveTo>
                <a:lnTo>
                  <a:pt x="424" y="225"/>
                </a:lnTo>
                <a:lnTo>
                  <a:pt x="424" y="201"/>
                </a:lnTo>
                <a:lnTo>
                  <a:pt x="399" y="201"/>
                </a:lnTo>
                <a:lnTo>
                  <a:pt x="399" y="225"/>
                </a:lnTo>
                <a:close/>
                <a:moveTo>
                  <a:pt x="399" y="325"/>
                </a:moveTo>
                <a:lnTo>
                  <a:pt x="424" y="325"/>
                </a:lnTo>
                <a:lnTo>
                  <a:pt x="424" y="301"/>
                </a:lnTo>
                <a:lnTo>
                  <a:pt x="399" y="301"/>
                </a:lnTo>
                <a:lnTo>
                  <a:pt x="399" y="325"/>
                </a:lnTo>
                <a:close/>
                <a:moveTo>
                  <a:pt x="399" y="526"/>
                </a:moveTo>
                <a:lnTo>
                  <a:pt x="424" y="526"/>
                </a:lnTo>
                <a:lnTo>
                  <a:pt x="424" y="501"/>
                </a:lnTo>
                <a:lnTo>
                  <a:pt x="399" y="501"/>
                </a:lnTo>
                <a:lnTo>
                  <a:pt x="399" y="526"/>
                </a:lnTo>
                <a:close/>
                <a:moveTo>
                  <a:pt x="399" y="426"/>
                </a:moveTo>
                <a:lnTo>
                  <a:pt x="424" y="426"/>
                </a:lnTo>
                <a:lnTo>
                  <a:pt x="424" y="401"/>
                </a:lnTo>
                <a:lnTo>
                  <a:pt x="399" y="401"/>
                </a:lnTo>
                <a:lnTo>
                  <a:pt x="399" y="4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0B05DEE7-A88F-4177-4E77-FC4A5511B151}"/>
              </a:ext>
            </a:extLst>
          </p:cNvPr>
          <p:cNvSpPr>
            <a:spLocks/>
          </p:cNvSpPr>
          <p:nvPr/>
        </p:nvSpPr>
        <p:spPr bwMode="auto">
          <a:xfrm>
            <a:off x="6735763" y="5302250"/>
            <a:ext cx="3032125" cy="1555750"/>
          </a:xfrm>
          <a:custGeom>
            <a:avLst/>
            <a:gdLst>
              <a:gd name="T0" fmla="*/ 931 w 1910"/>
              <a:gd name="T1" fmla="*/ 0 h 980"/>
              <a:gd name="T2" fmla="*/ 0 w 1910"/>
              <a:gd name="T3" fmla="*/ 980 h 980"/>
              <a:gd name="T4" fmla="*/ 1910 w 1910"/>
              <a:gd name="T5" fmla="*/ 980 h 980"/>
              <a:gd name="T6" fmla="*/ 931 w 1910"/>
              <a:gd name="T7" fmla="*/ 0 h 9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910" h="980">
                <a:moveTo>
                  <a:pt x="931" y="0"/>
                </a:moveTo>
                <a:lnTo>
                  <a:pt x="0" y="980"/>
                </a:lnTo>
                <a:lnTo>
                  <a:pt x="1910" y="980"/>
                </a:lnTo>
                <a:lnTo>
                  <a:pt x="931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10B5BBF-3EDB-B2FF-4CE8-0447BD26CA57}"/>
              </a:ext>
            </a:extLst>
          </p:cNvPr>
          <p:cNvGrpSpPr/>
          <p:nvPr/>
        </p:nvGrpSpPr>
        <p:grpSpPr>
          <a:xfrm>
            <a:off x="6704013" y="4352925"/>
            <a:ext cx="1514475" cy="1946275"/>
            <a:chOff x="6704013" y="4352925"/>
            <a:chExt cx="1514475" cy="1946275"/>
          </a:xfrm>
        </p:grpSpPr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B967F3BE-45C3-8526-AEB9-BCB200DD9BAF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9163" y="4352925"/>
              <a:ext cx="949325" cy="1946275"/>
            </a:xfrm>
            <a:custGeom>
              <a:avLst/>
              <a:gdLst>
                <a:gd name="T0" fmla="*/ 598 w 598"/>
                <a:gd name="T1" fmla="*/ 597 h 1226"/>
                <a:gd name="T2" fmla="*/ 0 w 598"/>
                <a:gd name="T3" fmla="*/ 0 h 1226"/>
                <a:gd name="T4" fmla="*/ 0 w 598"/>
                <a:gd name="T5" fmla="*/ 1226 h 1226"/>
                <a:gd name="T6" fmla="*/ 598 w 598"/>
                <a:gd name="T7" fmla="*/ 59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98" h="1226">
                  <a:moveTo>
                    <a:pt x="598" y="597"/>
                  </a:moveTo>
                  <a:lnTo>
                    <a:pt x="0" y="0"/>
                  </a:lnTo>
                  <a:lnTo>
                    <a:pt x="0" y="1226"/>
                  </a:lnTo>
                  <a:lnTo>
                    <a:pt x="598" y="597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5C0A0B30-3607-D7D9-5BDA-6625E428C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4013" y="4352925"/>
              <a:ext cx="565150" cy="1131888"/>
            </a:xfrm>
            <a:custGeom>
              <a:avLst/>
              <a:gdLst>
                <a:gd name="T0" fmla="*/ 356 w 356"/>
                <a:gd name="T1" fmla="*/ 0 h 713"/>
                <a:gd name="T2" fmla="*/ 0 w 356"/>
                <a:gd name="T3" fmla="*/ 351 h 713"/>
                <a:gd name="T4" fmla="*/ 356 w 356"/>
                <a:gd name="T5" fmla="*/ 713 h 713"/>
                <a:gd name="T6" fmla="*/ 356 w 356"/>
                <a:gd name="T7" fmla="*/ 0 h 7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6" h="713">
                  <a:moveTo>
                    <a:pt x="356" y="0"/>
                  </a:moveTo>
                  <a:lnTo>
                    <a:pt x="0" y="351"/>
                  </a:lnTo>
                  <a:lnTo>
                    <a:pt x="356" y="713"/>
                  </a:lnTo>
                  <a:lnTo>
                    <a:pt x="356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A83D5935-D23F-CE2D-011A-D823F7EF59C9}"/>
              </a:ext>
            </a:extLst>
          </p:cNvPr>
          <p:cNvSpPr txBox="1"/>
          <p:nvPr/>
        </p:nvSpPr>
        <p:spPr>
          <a:xfrm>
            <a:off x="1429874" y="5899170"/>
            <a:ext cx="1814920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1400" spc="300" dirty="0">
                <a:latin typeface="Segoe UI" panose="020B0502040204020203" pitchFamily="34" charset="0"/>
                <a:cs typeface="Segoe UI" panose="020B0502040204020203" pitchFamily="34" charset="0"/>
              </a:rPr>
              <a:t>Edit Text Here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00B37D1-4A10-9065-0033-D9C359184EE7}"/>
              </a:ext>
            </a:extLst>
          </p:cNvPr>
          <p:cNvGrpSpPr/>
          <p:nvPr/>
        </p:nvGrpSpPr>
        <p:grpSpPr>
          <a:xfrm>
            <a:off x="731045" y="5972095"/>
            <a:ext cx="627063" cy="157163"/>
            <a:chOff x="731045" y="5972095"/>
            <a:chExt cx="627063" cy="157163"/>
          </a:xfrm>
        </p:grpSpPr>
        <p:sp>
          <p:nvSpPr>
            <p:cNvPr id="21" name="Oval 17">
              <a:extLst>
                <a:ext uri="{FF2B5EF4-FFF2-40B4-BE49-F238E27FC236}">
                  <a16:creationId xmlns:a16="http://schemas.microsoft.com/office/drawing/2014/main" id="{14E8DA64-1221-7E92-A120-D849EFB389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5995" y="5972095"/>
              <a:ext cx="157163" cy="15716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Oval 18">
              <a:extLst>
                <a:ext uri="{FF2B5EF4-FFF2-40B4-BE49-F238E27FC236}">
                  <a16:creationId xmlns:a16="http://schemas.microsoft.com/office/drawing/2014/main" id="{37E6AD42-1350-A660-4695-2EF9A84125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945" y="5972095"/>
              <a:ext cx="157163" cy="157163"/>
            </a:xfrm>
            <a:prstGeom prst="ellipse">
              <a:avLst/>
            </a:prstGeom>
            <a:noFill/>
            <a:ln w="19050" cap="flat">
              <a:solidFill>
                <a:schemeClr val="accent1">
                  <a:lumMod val="20000"/>
                  <a:lumOff val="8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Oval 19">
              <a:extLst>
                <a:ext uri="{FF2B5EF4-FFF2-40B4-BE49-F238E27FC236}">
                  <a16:creationId xmlns:a16="http://schemas.microsoft.com/office/drawing/2014/main" id="{5CB360C9-86CE-E27D-BF6D-2165FEA516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045" y="5972095"/>
              <a:ext cx="157163" cy="157163"/>
            </a:xfrm>
            <a:prstGeom prst="ellipse">
              <a:avLst/>
            </a:prstGeom>
            <a:noFill/>
            <a:ln w="19050" cap="flat">
              <a:solidFill>
                <a:schemeClr val="accent1">
                  <a:lumMod val="20000"/>
                  <a:lumOff val="8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pic>
        <p:nvPicPr>
          <p:cNvPr id="46" name="Picture Placeholder 45">
            <a:extLst>
              <a:ext uri="{FF2B5EF4-FFF2-40B4-BE49-F238E27FC236}">
                <a16:creationId xmlns:a16="http://schemas.microsoft.com/office/drawing/2014/main" id="{4457C5A9-F5E9-C487-33EC-F707DD3C69D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64812" y="1588"/>
            <a:ext cx="7923228" cy="4411266"/>
          </a:xfr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FD5EE3E7-37AF-905A-6BD1-FBD8D731E598}"/>
              </a:ext>
            </a:extLst>
          </p:cNvPr>
          <p:cNvSpPr txBox="1"/>
          <p:nvPr/>
        </p:nvSpPr>
        <p:spPr>
          <a:xfrm>
            <a:off x="1630011" y="694045"/>
            <a:ext cx="1739583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ES_tradnl" spc="100" noProof="1">
                <a:latin typeface="Segoe UI"/>
              </a:rPr>
              <a:t>Facultad de Ciencias Económicas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BBD1E7-61CC-11F3-E166-D60893C95EDD}"/>
              </a:ext>
            </a:extLst>
          </p:cNvPr>
          <p:cNvSpPr txBox="1"/>
          <p:nvPr/>
        </p:nvSpPr>
        <p:spPr>
          <a:xfrm>
            <a:off x="731045" y="2328990"/>
            <a:ext cx="5724146" cy="27422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ID" sz="6600" b="1" dirty="0">
                <a:latin typeface="Segoe UI" panose="020B0502040204020203" pitchFamily="34" charset="0"/>
                <a:cs typeface="Segoe UI" panose="020B0502040204020203" pitchFamily="34" charset="0"/>
              </a:rPr>
              <a:t>FREE</a:t>
            </a:r>
            <a:br>
              <a:rPr lang="en-ID" sz="66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ID" sz="6600" b="1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COMPANY</a:t>
            </a:r>
          </a:p>
          <a:p>
            <a:pPr>
              <a:lnSpc>
                <a:spcPct val="90000"/>
              </a:lnSpc>
            </a:pPr>
            <a:r>
              <a:rPr lang="en-ID" sz="6600" b="1" dirty="0">
                <a:latin typeface="Segoe UI" panose="020B0502040204020203" pitchFamily="34" charset="0"/>
                <a:cs typeface="Segoe UI" panose="020B0502040204020203" pitchFamily="34" charset="0"/>
              </a:rPr>
              <a:t>PROFILE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E16FA6F-687D-271F-6AAF-D7AF40BE9E09}"/>
              </a:ext>
            </a:extLst>
          </p:cNvPr>
          <p:cNvCxnSpPr>
            <a:cxnSpLocks/>
          </p:cNvCxnSpPr>
          <p:nvPr/>
        </p:nvCxnSpPr>
        <p:spPr>
          <a:xfrm>
            <a:off x="1010236" y="4122947"/>
            <a:ext cx="450248" cy="0"/>
          </a:xfrm>
          <a:prstGeom prst="line">
            <a:avLst/>
          </a:prstGeom>
          <a:ln w="53975" cap="rnd">
            <a:solidFill>
              <a:schemeClr val="accent3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1DA0731F-84F4-F971-C640-F18ECD813AA1}"/>
              </a:ext>
            </a:extLst>
          </p:cNvPr>
          <p:cNvSpPr txBox="1"/>
          <p:nvPr/>
        </p:nvSpPr>
        <p:spPr>
          <a:xfrm>
            <a:off x="731044" y="5332994"/>
            <a:ext cx="5364955" cy="387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200" normalizeH="0" baseline="0">
                <a:ln w="57150">
                  <a:noFill/>
                </a:ln>
                <a:effectLst/>
                <a:uLnTx/>
                <a:uFillTx/>
                <a:latin typeface="Segoe UI" panose="020B0502040204020203" pitchFamily="34" charset="0"/>
                <a:ea typeface="Montserrat Classic Bold"/>
                <a:cs typeface="Segoe UI" panose="020B0502040204020203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200" normalizeH="0" baseline="0" noProof="0" dirty="0">
                <a:ln w="57150">
                  <a:noFill/>
                </a:ln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PRESENTATION TEMPLATE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845C4DE9-D511-EE93-2CC6-54311A6E7479}"/>
              </a:ext>
            </a:extLst>
          </p:cNvPr>
          <p:cNvSpPr>
            <a:spLocks/>
          </p:cNvSpPr>
          <p:nvPr/>
        </p:nvSpPr>
        <p:spPr bwMode="auto">
          <a:xfrm>
            <a:off x="10626726" y="3952875"/>
            <a:ext cx="566738" cy="566738"/>
          </a:xfrm>
          <a:custGeom>
            <a:avLst/>
            <a:gdLst>
              <a:gd name="T0" fmla="*/ 165 w 357"/>
              <a:gd name="T1" fmla="*/ 349 h 357"/>
              <a:gd name="T2" fmla="*/ 8 w 357"/>
              <a:gd name="T3" fmla="*/ 192 h 357"/>
              <a:gd name="T4" fmla="*/ 8 w 357"/>
              <a:gd name="T5" fmla="*/ 164 h 357"/>
              <a:gd name="T6" fmla="*/ 165 w 357"/>
              <a:gd name="T7" fmla="*/ 7 h 357"/>
              <a:gd name="T8" fmla="*/ 193 w 357"/>
              <a:gd name="T9" fmla="*/ 7 h 357"/>
              <a:gd name="T10" fmla="*/ 350 w 357"/>
              <a:gd name="T11" fmla="*/ 164 h 357"/>
              <a:gd name="T12" fmla="*/ 350 w 357"/>
              <a:gd name="T13" fmla="*/ 192 h 357"/>
              <a:gd name="T14" fmla="*/ 193 w 357"/>
              <a:gd name="T15" fmla="*/ 349 h 357"/>
              <a:gd name="T16" fmla="*/ 165 w 357"/>
              <a:gd name="T17" fmla="*/ 349 h 3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7" h="357">
                <a:moveTo>
                  <a:pt x="165" y="349"/>
                </a:moveTo>
                <a:cubicBezTo>
                  <a:pt x="8" y="192"/>
                  <a:pt x="8" y="192"/>
                  <a:pt x="8" y="192"/>
                </a:cubicBezTo>
                <a:cubicBezTo>
                  <a:pt x="0" y="185"/>
                  <a:pt x="0" y="172"/>
                  <a:pt x="8" y="164"/>
                </a:cubicBezTo>
                <a:cubicBezTo>
                  <a:pt x="165" y="7"/>
                  <a:pt x="165" y="7"/>
                  <a:pt x="165" y="7"/>
                </a:cubicBezTo>
                <a:cubicBezTo>
                  <a:pt x="173" y="0"/>
                  <a:pt x="185" y="0"/>
                  <a:pt x="193" y="7"/>
                </a:cubicBezTo>
                <a:cubicBezTo>
                  <a:pt x="350" y="164"/>
                  <a:pt x="350" y="164"/>
                  <a:pt x="350" y="164"/>
                </a:cubicBezTo>
                <a:cubicBezTo>
                  <a:pt x="357" y="172"/>
                  <a:pt x="357" y="185"/>
                  <a:pt x="350" y="192"/>
                </a:cubicBezTo>
                <a:cubicBezTo>
                  <a:pt x="193" y="349"/>
                  <a:pt x="193" y="349"/>
                  <a:pt x="193" y="349"/>
                </a:cubicBezTo>
                <a:cubicBezTo>
                  <a:pt x="185" y="357"/>
                  <a:pt x="173" y="357"/>
                  <a:pt x="165" y="349"/>
                </a:cubicBezTo>
                <a:close/>
              </a:path>
            </a:pathLst>
          </a:custGeom>
          <a:solidFill>
            <a:schemeClr val="bg1"/>
          </a:solidFill>
          <a:ln w="3175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9" name="Freeform 10">
            <a:extLst>
              <a:ext uri="{FF2B5EF4-FFF2-40B4-BE49-F238E27FC236}">
                <a16:creationId xmlns:a16="http://schemas.microsoft.com/office/drawing/2014/main" id="{849828DD-322D-6B48-0FB8-DCB02A834388}"/>
              </a:ext>
            </a:extLst>
          </p:cNvPr>
          <p:cNvSpPr>
            <a:spLocks/>
          </p:cNvSpPr>
          <p:nvPr/>
        </p:nvSpPr>
        <p:spPr bwMode="auto">
          <a:xfrm>
            <a:off x="10445751" y="3267075"/>
            <a:ext cx="247650" cy="247650"/>
          </a:xfrm>
          <a:custGeom>
            <a:avLst/>
            <a:gdLst>
              <a:gd name="T0" fmla="*/ 64 w 156"/>
              <a:gd name="T1" fmla="*/ 148 h 156"/>
              <a:gd name="T2" fmla="*/ 8 w 156"/>
              <a:gd name="T3" fmla="*/ 92 h 156"/>
              <a:gd name="T4" fmla="*/ 8 w 156"/>
              <a:gd name="T5" fmla="*/ 64 h 156"/>
              <a:gd name="T6" fmla="*/ 64 w 156"/>
              <a:gd name="T7" fmla="*/ 7 h 156"/>
              <a:gd name="T8" fmla="*/ 92 w 156"/>
              <a:gd name="T9" fmla="*/ 7 h 156"/>
              <a:gd name="T10" fmla="*/ 148 w 156"/>
              <a:gd name="T11" fmla="*/ 64 h 156"/>
              <a:gd name="T12" fmla="*/ 148 w 156"/>
              <a:gd name="T13" fmla="*/ 92 h 156"/>
              <a:gd name="T14" fmla="*/ 92 w 156"/>
              <a:gd name="T15" fmla="*/ 148 h 156"/>
              <a:gd name="T16" fmla="*/ 64 w 156"/>
              <a:gd name="T17" fmla="*/ 148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6" h="156">
                <a:moveTo>
                  <a:pt x="64" y="148"/>
                </a:moveTo>
                <a:cubicBezTo>
                  <a:pt x="8" y="92"/>
                  <a:pt x="8" y="92"/>
                  <a:pt x="8" y="92"/>
                </a:cubicBezTo>
                <a:cubicBezTo>
                  <a:pt x="0" y="84"/>
                  <a:pt x="0" y="72"/>
                  <a:pt x="8" y="64"/>
                </a:cubicBezTo>
                <a:cubicBezTo>
                  <a:pt x="64" y="7"/>
                  <a:pt x="64" y="7"/>
                  <a:pt x="64" y="7"/>
                </a:cubicBezTo>
                <a:cubicBezTo>
                  <a:pt x="72" y="0"/>
                  <a:pt x="84" y="0"/>
                  <a:pt x="92" y="7"/>
                </a:cubicBezTo>
                <a:cubicBezTo>
                  <a:pt x="148" y="64"/>
                  <a:pt x="148" y="64"/>
                  <a:pt x="148" y="64"/>
                </a:cubicBezTo>
                <a:cubicBezTo>
                  <a:pt x="156" y="72"/>
                  <a:pt x="156" y="84"/>
                  <a:pt x="148" y="92"/>
                </a:cubicBezTo>
                <a:cubicBezTo>
                  <a:pt x="92" y="148"/>
                  <a:pt x="92" y="148"/>
                  <a:pt x="92" y="148"/>
                </a:cubicBezTo>
                <a:cubicBezTo>
                  <a:pt x="84" y="156"/>
                  <a:pt x="72" y="156"/>
                  <a:pt x="64" y="14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177C2C8-69E2-5620-746C-36F8DE51D2BF}"/>
              </a:ext>
            </a:extLst>
          </p:cNvPr>
          <p:cNvGrpSpPr/>
          <p:nvPr/>
        </p:nvGrpSpPr>
        <p:grpSpPr>
          <a:xfrm>
            <a:off x="8666734" y="2215843"/>
            <a:ext cx="1805289" cy="1806602"/>
            <a:chOff x="8666734" y="2215843"/>
            <a:chExt cx="1805289" cy="1806602"/>
          </a:xfrm>
        </p:grpSpPr>
        <p:sp>
          <p:nvSpPr>
            <p:cNvPr id="31" name="Freeform 8">
              <a:extLst>
                <a:ext uri="{FF2B5EF4-FFF2-40B4-BE49-F238E27FC236}">
                  <a16:creationId xmlns:a16="http://schemas.microsoft.com/office/drawing/2014/main" id="{D976E906-CAB4-ED20-B12F-CDD58C65158C}"/>
                </a:ext>
              </a:extLst>
            </p:cNvPr>
            <p:cNvSpPr>
              <a:spLocks/>
            </p:cNvSpPr>
            <p:nvPr/>
          </p:nvSpPr>
          <p:spPr bwMode="auto">
            <a:xfrm>
              <a:off x="8666734" y="2215843"/>
              <a:ext cx="1805289" cy="180660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2" name="Freeform 9">
              <a:extLst>
                <a:ext uri="{FF2B5EF4-FFF2-40B4-BE49-F238E27FC236}">
                  <a16:creationId xmlns:a16="http://schemas.microsoft.com/office/drawing/2014/main" id="{F7485CD3-AECD-8352-69B1-7679360440D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47708" y="2395865"/>
              <a:ext cx="1443340" cy="144655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55600" dist="266700" dir="4800000" algn="tl" rotWithShape="0">
                <a:prstClr val="black">
                  <a:alpha val="23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pic>
        <p:nvPicPr>
          <p:cNvPr id="52" name="Picture Placeholder 51">
            <a:extLst>
              <a:ext uri="{FF2B5EF4-FFF2-40B4-BE49-F238E27FC236}">
                <a16:creationId xmlns:a16="http://schemas.microsoft.com/office/drawing/2014/main" id="{D3C146BB-6F11-E1E1-7907-B0E053A7C54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F2043D29-0445-CD96-A452-422C6C518F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023" y="542268"/>
            <a:ext cx="1217503" cy="144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699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4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4000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40000" fill="hold" grpId="0" nodeType="withEffect">
                                  <p:stCondLst>
                                    <p:cond delay="3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52000" decel="4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52000" decel="4000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333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decel="4000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  <p:bldP spid="14" grpId="0" animBg="1"/>
      <p:bldP spid="15" grpId="0" animBg="1"/>
      <p:bldP spid="19" grpId="0"/>
      <p:bldP spid="35" grpId="0"/>
      <p:bldP spid="39" grpId="0"/>
      <p:bldP spid="42" grpId="0"/>
      <p:bldP spid="13" grpId="0" animBg="1"/>
      <p:bldP spid="2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12">
            <a:extLst>
              <a:ext uri="{FF2B5EF4-FFF2-40B4-BE49-F238E27FC236}">
                <a16:creationId xmlns:a16="http://schemas.microsoft.com/office/drawing/2014/main" id="{C880D361-CE8E-A5AB-DEED-3F20BFE0EE81}"/>
              </a:ext>
            </a:extLst>
          </p:cNvPr>
          <p:cNvSpPr>
            <a:spLocks/>
          </p:cNvSpPr>
          <p:nvPr/>
        </p:nvSpPr>
        <p:spPr bwMode="auto">
          <a:xfrm>
            <a:off x="7398386" y="4602578"/>
            <a:ext cx="4510844" cy="4510844"/>
          </a:xfrm>
          <a:custGeom>
            <a:avLst/>
            <a:gdLst>
              <a:gd name="T0" fmla="*/ 165 w 357"/>
              <a:gd name="T1" fmla="*/ 349 h 357"/>
              <a:gd name="T2" fmla="*/ 8 w 357"/>
              <a:gd name="T3" fmla="*/ 192 h 357"/>
              <a:gd name="T4" fmla="*/ 8 w 357"/>
              <a:gd name="T5" fmla="*/ 164 h 357"/>
              <a:gd name="T6" fmla="*/ 165 w 357"/>
              <a:gd name="T7" fmla="*/ 7 h 357"/>
              <a:gd name="T8" fmla="*/ 193 w 357"/>
              <a:gd name="T9" fmla="*/ 7 h 357"/>
              <a:gd name="T10" fmla="*/ 350 w 357"/>
              <a:gd name="T11" fmla="*/ 164 h 357"/>
              <a:gd name="T12" fmla="*/ 350 w 357"/>
              <a:gd name="T13" fmla="*/ 192 h 357"/>
              <a:gd name="T14" fmla="*/ 193 w 357"/>
              <a:gd name="T15" fmla="*/ 349 h 357"/>
              <a:gd name="T16" fmla="*/ 165 w 357"/>
              <a:gd name="T17" fmla="*/ 349 h 3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7" h="357">
                <a:moveTo>
                  <a:pt x="165" y="349"/>
                </a:moveTo>
                <a:cubicBezTo>
                  <a:pt x="8" y="192"/>
                  <a:pt x="8" y="192"/>
                  <a:pt x="8" y="192"/>
                </a:cubicBezTo>
                <a:cubicBezTo>
                  <a:pt x="0" y="185"/>
                  <a:pt x="0" y="172"/>
                  <a:pt x="8" y="164"/>
                </a:cubicBezTo>
                <a:cubicBezTo>
                  <a:pt x="165" y="7"/>
                  <a:pt x="165" y="7"/>
                  <a:pt x="165" y="7"/>
                </a:cubicBezTo>
                <a:cubicBezTo>
                  <a:pt x="173" y="0"/>
                  <a:pt x="185" y="0"/>
                  <a:pt x="193" y="7"/>
                </a:cubicBezTo>
                <a:cubicBezTo>
                  <a:pt x="350" y="164"/>
                  <a:pt x="350" y="164"/>
                  <a:pt x="350" y="164"/>
                </a:cubicBezTo>
                <a:cubicBezTo>
                  <a:pt x="357" y="172"/>
                  <a:pt x="357" y="185"/>
                  <a:pt x="350" y="192"/>
                </a:cubicBezTo>
                <a:cubicBezTo>
                  <a:pt x="193" y="349"/>
                  <a:pt x="193" y="349"/>
                  <a:pt x="193" y="349"/>
                </a:cubicBezTo>
                <a:cubicBezTo>
                  <a:pt x="185" y="357"/>
                  <a:pt x="173" y="357"/>
                  <a:pt x="165" y="349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175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AFDEE8-3D6D-4DFA-F882-A118D33436BB}"/>
              </a:ext>
            </a:extLst>
          </p:cNvPr>
          <p:cNvSpPr/>
          <p:nvPr/>
        </p:nvSpPr>
        <p:spPr>
          <a:xfrm>
            <a:off x="8371812" y="0"/>
            <a:ext cx="2397125" cy="3886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3A4700-0B77-C32C-0F73-7DA01A207207}"/>
              </a:ext>
            </a:extLst>
          </p:cNvPr>
          <p:cNvSpPr/>
          <p:nvPr/>
        </p:nvSpPr>
        <p:spPr>
          <a:xfrm>
            <a:off x="8271179" y="271473"/>
            <a:ext cx="799980" cy="294759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149F5F5-0E53-715A-AA5A-6363ADD46E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5" y="979488"/>
            <a:ext cx="11416171" cy="553998"/>
          </a:xfrm>
        </p:spPr>
        <p:txBody>
          <a:bodyPr/>
          <a:lstStyle/>
          <a:p>
            <a:r>
              <a:rPr lang="es-ES_tradnl" noProof="1"/>
              <a:t>Detalles de la base e institución</a:t>
            </a:r>
            <a:endParaRPr lang="es-ES_tradnl" b="0" noProof="1"/>
          </a:p>
        </p:txBody>
      </p:sp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172F5952-7639-503E-CE88-6367337EFB38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75300" y="1882603"/>
            <a:ext cx="6536196" cy="4137197"/>
          </a:xfrm>
          <a:solidFill>
            <a:schemeClr val="bg1"/>
          </a:solidFill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700271CB-59B4-328F-C02F-5488C5A09699}"/>
              </a:ext>
            </a:extLst>
          </p:cNvPr>
          <p:cNvGrpSpPr/>
          <p:nvPr/>
        </p:nvGrpSpPr>
        <p:grpSpPr>
          <a:xfrm>
            <a:off x="740080" y="4083709"/>
            <a:ext cx="2100655" cy="1933789"/>
            <a:chOff x="740080" y="4083709"/>
            <a:chExt cx="2100655" cy="193378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7596ED7-E746-5045-5D97-DCE9DDCCC704}"/>
                </a:ext>
              </a:extLst>
            </p:cNvPr>
            <p:cNvSpPr txBox="1"/>
            <p:nvPr/>
          </p:nvSpPr>
          <p:spPr>
            <a:xfrm>
              <a:off x="740080" y="4939744"/>
              <a:ext cx="1778330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>
                <a:defRPr sz="1400"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r>
                <a:rPr lang="en-US" sz="1800" b="1" dirty="0"/>
                <a:t>Who we Serve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952C0AC-8552-74D8-26A4-8EB725BA0CC4}"/>
                </a:ext>
              </a:extLst>
            </p:cNvPr>
            <p:cNvSpPr txBox="1"/>
            <p:nvPr/>
          </p:nvSpPr>
          <p:spPr>
            <a:xfrm>
              <a:off x="740080" y="5371167"/>
              <a:ext cx="2100655" cy="64633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>
                <a:defRPr sz="1600"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r>
                <a:rPr lang="en-US" sz="1400" dirty="0"/>
                <a:t>This is a sample text. Insert your desired text here. You can add text. </a:t>
              </a:r>
            </a:p>
          </p:txBody>
        </p:sp>
        <p:sp>
          <p:nvSpPr>
            <p:cNvPr id="12" name="Freeform 41">
              <a:extLst>
                <a:ext uri="{FF2B5EF4-FFF2-40B4-BE49-F238E27FC236}">
                  <a16:creationId xmlns:a16="http://schemas.microsoft.com/office/drawing/2014/main" id="{9A43B4FE-E2BE-F082-BC7D-8DA88A4216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0080" y="4083709"/>
              <a:ext cx="535920" cy="572893"/>
            </a:xfrm>
            <a:custGeom>
              <a:avLst/>
              <a:gdLst>
                <a:gd name="T0" fmla="*/ 1288 w 1424"/>
                <a:gd name="T1" fmla="*/ 68 h 1520"/>
                <a:gd name="T2" fmla="*/ 696 w 1424"/>
                <a:gd name="T3" fmla="*/ 486 h 1520"/>
                <a:gd name="T4" fmla="*/ 687 w 1424"/>
                <a:gd name="T5" fmla="*/ 75 h 1520"/>
                <a:gd name="T6" fmla="*/ 708 w 1424"/>
                <a:gd name="T7" fmla="*/ 39 h 1520"/>
                <a:gd name="T8" fmla="*/ 718 w 1424"/>
                <a:gd name="T9" fmla="*/ 257 h 1520"/>
                <a:gd name="T10" fmla="*/ 640 w 1424"/>
                <a:gd name="T11" fmla="*/ 279 h 1520"/>
                <a:gd name="T12" fmla="*/ 1023 w 1424"/>
                <a:gd name="T13" fmla="*/ 1079 h 1520"/>
                <a:gd name="T14" fmla="*/ 1021 w 1424"/>
                <a:gd name="T15" fmla="*/ 1349 h 1520"/>
                <a:gd name="T16" fmla="*/ 1253 w 1424"/>
                <a:gd name="T17" fmla="*/ 1097 h 1520"/>
                <a:gd name="T18" fmla="*/ 1049 w 1424"/>
                <a:gd name="T19" fmla="*/ 949 h 1520"/>
                <a:gd name="T20" fmla="*/ 1165 w 1424"/>
                <a:gd name="T21" fmla="*/ 611 h 1520"/>
                <a:gd name="T22" fmla="*/ 1204 w 1424"/>
                <a:gd name="T23" fmla="*/ 71 h 1520"/>
                <a:gd name="T24" fmla="*/ 879 w 1424"/>
                <a:gd name="T25" fmla="*/ 603 h 1520"/>
                <a:gd name="T26" fmla="*/ 551 w 1424"/>
                <a:gd name="T27" fmla="*/ 923 h 1520"/>
                <a:gd name="T28" fmla="*/ 604 w 1424"/>
                <a:gd name="T29" fmla="*/ 477 h 1520"/>
                <a:gd name="T30" fmla="*/ 274 w 1424"/>
                <a:gd name="T31" fmla="*/ 465 h 1520"/>
                <a:gd name="T32" fmla="*/ 295 w 1424"/>
                <a:gd name="T33" fmla="*/ 882 h 1520"/>
                <a:gd name="T34" fmla="*/ 10 w 1424"/>
                <a:gd name="T35" fmla="*/ 1492 h 1520"/>
                <a:gd name="T36" fmla="*/ 648 w 1424"/>
                <a:gd name="T37" fmla="*/ 1195 h 1520"/>
                <a:gd name="T38" fmla="*/ 738 w 1424"/>
                <a:gd name="T39" fmla="*/ 1195 h 1520"/>
                <a:gd name="T40" fmla="*/ 796 w 1424"/>
                <a:gd name="T41" fmla="*/ 1366 h 1520"/>
                <a:gd name="T42" fmla="*/ 900 w 1424"/>
                <a:gd name="T43" fmla="*/ 1455 h 1520"/>
                <a:gd name="T44" fmla="*/ 1062 w 1424"/>
                <a:gd name="T45" fmla="*/ 1519 h 1520"/>
                <a:gd name="T46" fmla="*/ 1163 w 1424"/>
                <a:gd name="T47" fmla="*/ 1468 h 1520"/>
                <a:gd name="T48" fmla="*/ 1240 w 1424"/>
                <a:gd name="T49" fmla="*/ 1325 h 1520"/>
                <a:gd name="T50" fmla="*/ 1287 w 1424"/>
                <a:gd name="T51" fmla="*/ 1170 h 1520"/>
                <a:gd name="T52" fmla="*/ 1243 w 1424"/>
                <a:gd name="T53" fmla="*/ 287 h 1520"/>
                <a:gd name="T54" fmla="*/ 1083 w 1424"/>
                <a:gd name="T55" fmla="*/ 538 h 1520"/>
                <a:gd name="T56" fmla="*/ 1107 w 1424"/>
                <a:gd name="T57" fmla="*/ 215 h 1520"/>
                <a:gd name="T58" fmla="*/ 952 w 1424"/>
                <a:gd name="T59" fmla="*/ 226 h 1520"/>
                <a:gd name="T60" fmla="*/ 962 w 1424"/>
                <a:gd name="T61" fmla="*/ 540 h 1520"/>
                <a:gd name="T62" fmla="*/ 1130 w 1424"/>
                <a:gd name="T63" fmla="*/ 248 h 1520"/>
                <a:gd name="T64" fmla="*/ 1004 w 1424"/>
                <a:gd name="T65" fmla="*/ 404 h 1520"/>
                <a:gd name="T66" fmla="*/ 956 w 1424"/>
                <a:gd name="T67" fmla="*/ 640 h 1520"/>
                <a:gd name="T68" fmla="*/ 1067 w 1424"/>
                <a:gd name="T69" fmla="*/ 696 h 1520"/>
                <a:gd name="T70" fmla="*/ 1021 w 1424"/>
                <a:gd name="T71" fmla="*/ 682 h 1520"/>
                <a:gd name="T72" fmla="*/ 287 w 1424"/>
                <a:gd name="T73" fmla="*/ 509 h 1520"/>
                <a:gd name="T74" fmla="*/ 575 w 1424"/>
                <a:gd name="T75" fmla="*/ 622 h 1520"/>
                <a:gd name="T76" fmla="*/ 315 w 1424"/>
                <a:gd name="T77" fmla="*/ 597 h 1520"/>
                <a:gd name="T78" fmla="*/ 283 w 1424"/>
                <a:gd name="T79" fmla="*/ 645 h 1520"/>
                <a:gd name="T80" fmla="*/ 536 w 1424"/>
                <a:gd name="T81" fmla="*/ 647 h 1520"/>
                <a:gd name="T82" fmla="*/ 254 w 1424"/>
                <a:gd name="T83" fmla="*/ 709 h 1520"/>
                <a:gd name="T84" fmla="*/ 195 w 1424"/>
                <a:gd name="T85" fmla="*/ 1178 h 1520"/>
                <a:gd name="T86" fmla="*/ 154 w 1424"/>
                <a:gd name="T87" fmla="*/ 1476 h 1520"/>
                <a:gd name="T88" fmla="*/ 112 w 1424"/>
                <a:gd name="T89" fmla="*/ 1008 h 1520"/>
                <a:gd name="T90" fmla="*/ 379 w 1424"/>
                <a:gd name="T91" fmla="*/ 1458 h 1520"/>
                <a:gd name="T92" fmla="*/ 304 w 1424"/>
                <a:gd name="T93" fmla="*/ 945 h 1520"/>
                <a:gd name="T94" fmla="*/ 606 w 1424"/>
                <a:gd name="T95" fmla="*/ 1477 h 1520"/>
                <a:gd name="T96" fmla="*/ 528 w 1424"/>
                <a:gd name="T97" fmla="*/ 973 h 1520"/>
                <a:gd name="T98" fmla="*/ 1056 w 1424"/>
                <a:gd name="T99" fmla="*/ 784 h 1520"/>
                <a:gd name="T100" fmla="*/ 954 w 1424"/>
                <a:gd name="T101" fmla="*/ 986 h 1520"/>
                <a:gd name="T102" fmla="*/ 792 w 1424"/>
                <a:gd name="T103" fmla="*/ 1063 h 1520"/>
                <a:gd name="T104" fmla="*/ 1172 w 1424"/>
                <a:gd name="T105" fmla="*/ 1424 h 1520"/>
                <a:gd name="T106" fmla="*/ 871 w 1424"/>
                <a:gd name="T107" fmla="*/ 1426 h 1520"/>
                <a:gd name="T108" fmla="*/ 844 w 1424"/>
                <a:gd name="T109" fmla="*/ 1161 h 1520"/>
                <a:gd name="T110" fmla="*/ 1050 w 1424"/>
                <a:gd name="T111" fmla="*/ 993 h 1520"/>
                <a:gd name="T112" fmla="*/ 1264 w 1424"/>
                <a:gd name="T113" fmla="*/ 1207 h 1520"/>
                <a:gd name="T114" fmla="*/ 1288 w 1424"/>
                <a:gd name="T115" fmla="*/ 449 h 1520"/>
                <a:gd name="T116" fmla="*/ 1375 w 1424"/>
                <a:gd name="T117" fmla="*/ 238 h 1520"/>
                <a:gd name="T118" fmla="*/ 1423 w 1424"/>
                <a:gd name="T119" fmla="*/ 257 h 1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424" h="1520">
                  <a:moveTo>
                    <a:pt x="1300" y="109"/>
                  </a:moveTo>
                  <a:cubicBezTo>
                    <a:pt x="1324" y="94"/>
                    <a:pt x="1345" y="81"/>
                    <a:pt x="1365" y="66"/>
                  </a:cubicBezTo>
                  <a:cubicBezTo>
                    <a:pt x="1369" y="64"/>
                    <a:pt x="1369" y="49"/>
                    <a:pt x="1365" y="44"/>
                  </a:cubicBezTo>
                  <a:cubicBezTo>
                    <a:pt x="1360" y="39"/>
                    <a:pt x="1348" y="35"/>
                    <a:pt x="1342" y="37"/>
                  </a:cubicBezTo>
                  <a:cubicBezTo>
                    <a:pt x="1323" y="46"/>
                    <a:pt x="1304" y="56"/>
                    <a:pt x="1288" y="68"/>
                  </a:cubicBezTo>
                  <a:cubicBezTo>
                    <a:pt x="1282" y="72"/>
                    <a:pt x="1280" y="84"/>
                    <a:pt x="1282" y="91"/>
                  </a:cubicBezTo>
                  <a:cubicBezTo>
                    <a:pt x="1283" y="98"/>
                    <a:pt x="1293" y="102"/>
                    <a:pt x="1300" y="109"/>
                  </a:cubicBezTo>
                  <a:close/>
                  <a:moveTo>
                    <a:pt x="684" y="445"/>
                  </a:moveTo>
                  <a:cubicBezTo>
                    <a:pt x="678" y="449"/>
                    <a:pt x="675" y="461"/>
                    <a:pt x="677" y="468"/>
                  </a:cubicBezTo>
                  <a:cubicBezTo>
                    <a:pt x="678" y="474"/>
                    <a:pt x="688" y="479"/>
                    <a:pt x="696" y="486"/>
                  </a:cubicBezTo>
                  <a:cubicBezTo>
                    <a:pt x="719" y="471"/>
                    <a:pt x="741" y="458"/>
                    <a:pt x="761" y="443"/>
                  </a:cubicBezTo>
                  <a:cubicBezTo>
                    <a:pt x="765" y="440"/>
                    <a:pt x="764" y="425"/>
                    <a:pt x="759" y="420"/>
                  </a:cubicBezTo>
                  <a:cubicBezTo>
                    <a:pt x="755" y="415"/>
                    <a:pt x="742" y="412"/>
                    <a:pt x="736" y="414"/>
                  </a:cubicBezTo>
                  <a:cubicBezTo>
                    <a:pt x="718" y="423"/>
                    <a:pt x="700" y="433"/>
                    <a:pt x="684" y="445"/>
                  </a:cubicBezTo>
                  <a:close/>
                  <a:moveTo>
                    <a:pt x="687" y="75"/>
                  </a:moveTo>
                  <a:cubicBezTo>
                    <a:pt x="702" y="84"/>
                    <a:pt x="717" y="92"/>
                    <a:pt x="731" y="101"/>
                  </a:cubicBezTo>
                  <a:cubicBezTo>
                    <a:pt x="735" y="103"/>
                    <a:pt x="740" y="104"/>
                    <a:pt x="747" y="106"/>
                  </a:cubicBezTo>
                  <a:cubicBezTo>
                    <a:pt x="752" y="102"/>
                    <a:pt x="760" y="98"/>
                    <a:pt x="763" y="91"/>
                  </a:cubicBezTo>
                  <a:cubicBezTo>
                    <a:pt x="768" y="82"/>
                    <a:pt x="765" y="72"/>
                    <a:pt x="755" y="66"/>
                  </a:cubicBezTo>
                  <a:cubicBezTo>
                    <a:pt x="740" y="57"/>
                    <a:pt x="724" y="48"/>
                    <a:pt x="708" y="39"/>
                  </a:cubicBezTo>
                  <a:cubicBezTo>
                    <a:pt x="695" y="32"/>
                    <a:pt x="684" y="35"/>
                    <a:pt x="678" y="45"/>
                  </a:cubicBezTo>
                  <a:cubicBezTo>
                    <a:pt x="671" y="56"/>
                    <a:pt x="675" y="67"/>
                    <a:pt x="687" y="75"/>
                  </a:cubicBezTo>
                  <a:close/>
                  <a:moveTo>
                    <a:pt x="640" y="279"/>
                  </a:moveTo>
                  <a:cubicBezTo>
                    <a:pt x="660" y="280"/>
                    <a:pt x="679" y="280"/>
                    <a:pt x="699" y="279"/>
                  </a:cubicBezTo>
                  <a:cubicBezTo>
                    <a:pt x="711" y="278"/>
                    <a:pt x="719" y="268"/>
                    <a:pt x="718" y="257"/>
                  </a:cubicBezTo>
                  <a:cubicBezTo>
                    <a:pt x="717" y="245"/>
                    <a:pt x="710" y="238"/>
                    <a:pt x="697" y="238"/>
                  </a:cubicBezTo>
                  <a:cubicBezTo>
                    <a:pt x="689" y="237"/>
                    <a:pt x="680" y="238"/>
                    <a:pt x="671" y="238"/>
                  </a:cubicBezTo>
                  <a:cubicBezTo>
                    <a:pt x="661" y="238"/>
                    <a:pt x="652" y="237"/>
                    <a:pt x="642" y="238"/>
                  </a:cubicBezTo>
                  <a:cubicBezTo>
                    <a:pt x="629" y="238"/>
                    <a:pt x="621" y="244"/>
                    <a:pt x="621" y="257"/>
                  </a:cubicBezTo>
                  <a:cubicBezTo>
                    <a:pt x="620" y="270"/>
                    <a:pt x="628" y="278"/>
                    <a:pt x="640" y="279"/>
                  </a:cubicBezTo>
                  <a:close/>
                  <a:moveTo>
                    <a:pt x="1023" y="1079"/>
                  </a:moveTo>
                  <a:cubicBezTo>
                    <a:pt x="936" y="1079"/>
                    <a:pt x="866" y="1149"/>
                    <a:pt x="866" y="1235"/>
                  </a:cubicBezTo>
                  <a:cubicBezTo>
                    <a:pt x="866" y="1321"/>
                    <a:pt x="936" y="1391"/>
                    <a:pt x="1022" y="1391"/>
                  </a:cubicBezTo>
                  <a:cubicBezTo>
                    <a:pt x="1109" y="1391"/>
                    <a:pt x="1178" y="1321"/>
                    <a:pt x="1178" y="1235"/>
                  </a:cubicBezTo>
                  <a:cubicBezTo>
                    <a:pt x="1178" y="1149"/>
                    <a:pt x="1108" y="1079"/>
                    <a:pt x="1023" y="1079"/>
                  </a:cubicBezTo>
                  <a:close/>
                  <a:moveTo>
                    <a:pt x="1021" y="1349"/>
                  </a:moveTo>
                  <a:cubicBezTo>
                    <a:pt x="958" y="1349"/>
                    <a:pt x="908" y="1297"/>
                    <a:pt x="908" y="1234"/>
                  </a:cubicBezTo>
                  <a:cubicBezTo>
                    <a:pt x="909" y="1172"/>
                    <a:pt x="960" y="1121"/>
                    <a:pt x="1022" y="1121"/>
                  </a:cubicBezTo>
                  <a:cubicBezTo>
                    <a:pt x="1085" y="1121"/>
                    <a:pt x="1136" y="1172"/>
                    <a:pt x="1136" y="1235"/>
                  </a:cubicBezTo>
                  <a:cubicBezTo>
                    <a:pt x="1136" y="1298"/>
                    <a:pt x="1085" y="1349"/>
                    <a:pt x="1021" y="1349"/>
                  </a:cubicBezTo>
                  <a:close/>
                  <a:moveTo>
                    <a:pt x="1287" y="1170"/>
                  </a:moveTo>
                  <a:cubicBezTo>
                    <a:pt x="1276" y="1168"/>
                    <a:pt x="1266" y="1166"/>
                    <a:pt x="1255" y="1163"/>
                  </a:cubicBezTo>
                  <a:cubicBezTo>
                    <a:pt x="1251" y="1162"/>
                    <a:pt x="1247" y="1160"/>
                    <a:pt x="1245" y="1156"/>
                  </a:cubicBezTo>
                  <a:cubicBezTo>
                    <a:pt x="1235" y="1139"/>
                    <a:pt x="1230" y="1122"/>
                    <a:pt x="1247" y="1105"/>
                  </a:cubicBezTo>
                  <a:cubicBezTo>
                    <a:pt x="1250" y="1103"/>
                    <a:pt x="1251" y="1100"/>
                    <a:pt x="1253" y="1097"/>
                  </a:cubicBezTo>
                  <a:cubicBezTo>
                    <a:pt x="1263" y="1081"/>
                    <a:pt x="1263" y="1074"/>
                    <a:pt x="1249" y="1060"/>
                  </a:cubicBezTo>
                  <a:cubicBezTo>
                    <a:pt x="1236" y="1047"/>
                    <a:pt x="1223" y="1034"/>
                    <a:pt x="1210" y="1021"/>
                  </a:cubicBezTo>
                  <a:cubicBezTo>
                    <a:pt x="1180" y="991"/>
                    <a:pt x="1180" y="991"/>
                    <a:pt x="1144" y="1015"/>
                  </a:cubicBezTo>
                  <a:cubicBezTo>
                    <a:pt x="1123" y="1029"/>
                    <a:pt x="1096" y="1017"/>
                    <a:pt x="1091" y="992"/>
                  </a:cubicBezTo>
                  <a:cubicBezTo>
                    <a:pt x="1084" y="955"/>
                    <a:pt x="1084" y="955"/>
                    <a:pt x="1049" y="949"/>
                  </a:cubicBezTo>
                  <a:cubicBezTo>
                    <a:pt x="1060" y="928"/>
                    <a:pt x="1072" y="908"/>
                    <a:pt x="1083" y="888"/>
                  </a:cubicBezTo>
                  <a:cubicBezTo>
                    <a:pt x="1090" y="874"/>
                    <a:pt x="1097" y="861"/>
                    <a:pt x="1103" y="847"/>
                  </a:cubicBezTo>
                  <a:cubicBezTo>
                    <a:pt x="1118" y="812"/>
                    <a:pt x="1110" y="780"/>
                    <a:pt x="1084" y="752"/>
                  </a:cubicBezTo>
                  <a:cubicBezTo>
                    <a:pt x="1110" y="734"/>
                    <a:pt x="1109" y="708"/>
                    <a:pt x="1109" y="682"/>
                  </a:cubicBezTo>
                  <a:cubicBezTo>
                    <a:pt x="1148" y="671"/>
                    <a:pt x="1165" y="650"/>
                    <a:pt x="1165" y="611"/>
                  </a:cubicBezTo>
                  <a:cubicBezTo>
                    <a:pt x="1165" y="596"/>
                    <a:pt x="1166" y="582"/>
                    <a:pt x="1165" y="567"/>
                  </a:cubicBezTo>
                  <a:cubicBezTo>
                    <a:pt x="1164" y="534"/>
                    <a:pt x="1173" y="504"/>
                    <a:pt x="1191" y="477"/>
                  </a:cubicBezTo>
                  <a:cubicBezTo>
                    <a:pt x="1206" y="454"/>
                    <a:pt x="1222" y="432"/>
                    <a:pt x="1237" y="410"/>
                  </a:cubicBezTo>
                  <a:cubicBezTo>
                    <a:pt x="1269" y="363"/>
                    <a:pt x="1286" y="312"/>
                    <a:pt x="1287" y="254"/>
                  </a:cubicBezTo>
                  <a:cubicBezTo>
                    <a:pt x="1287" y="180"/>
                    <a:pt x="1263" y="117"/>
                    <a:pt x="1204" y="71"/>
                  </a:cubicBezTo>
                  <a:cubicBezTo>
                    <a:pt x="1131" y="13"/>
                    <a:pt x="1047" y="0"/>
                    <a:pt x="958" y="17"/>
                  </a:cubicBezTo>
                  <a:cubicBezTo>
                    <a:pt x="818" y="43"/>
                    <a:pt x="739" y="156"/>
                    <a:pt x="761" y="296"/>
                  </a:cubicBezTo>
                  <a:cubicBezTo>
                    <a:pt x="768" y="346"/>
                    <a:pt x="791" y="388"/>
                    <a:pt x="819" y="429"/>
                  </a:cubicBezTo>
                  <a:cubicBezTo>
                    <a:pt x="835" y="451"/>
                    <a:pt x="850" y="473"/>
                    <a:pt x="863" y="496"/>
                  </a:cubicBezTo>
                  <a:cubicBezTo>
                    <a:pt x="883" y="529"/>
                    <a:pt x="879" y="567"/>
                    <a:pt x="879" y="603"/>
                  </a:cubicBezTo>
                  <a:cubicBezTo>
                    <a:pt x="879" y="650"/>
                    <a:pt x="891" y="668"/>
                    <a:pt x="936" y="683"/>
                  </a:cubicBezTo>
                  <a:cubicBezTo>
                    <a:pt x="935" y="707"/>
                    <a:pt x="934" y="732"/>
                    <a:pt x="956" y="749"/>
                  </a:cubicBezTo>
                  <a:cubicBezTo>
                    <a:pt x="936" y="780"/>
                    <a:pt x="918" y="809"/>
                    <a:pt x="897" y="838"/>
                  </a:cubicBezTo>
                  <a:cubicBezTo>
                    <a:pt x="843" y="913"/>
                    <a:pt x="769" y="952"/>
                    <a:pt x="675" y="944"/>
                  </a:cubicBezTo>
                  <a:cubicBezTo>
                    <a:pt x="633" y="941"/>
                    <a:pt x="592" y="931"/>
                    <a:pt x="551" y="923"/>
                  </a:cubicBezTo>
                  <a:cubicBezTo>
                    <a:pt x="528" y="919"/>
                    <a:pt x="515" y="903"/>
                    <a:pt x="505" y="882"/>
                  </a:cubicBezTo>
                  <a:cubicBezTo>
                    <a:pt x="502" y="876"/>
                    <a:pt x="502" y="871"/>
                    <a:pt x="508" y="866"/>
                  </a:cubicBezTo>
                  <a:cubicBezTo>
                    <a:pt x="535" y="843"/>
                    <a:pt x="555" y="815"/>
                    <a:pt x="567" y="782"/>
                  </a:cubicBezTo>
                  <a:cubicBezTo>
                    <a:pt x="583" y="740"/>
                    <a:pt x="600" y="698"/>
                    <a:pt x="611" y="654"/>
                  </a:cubicBezTo>
                  <a:cubicBezTo>
                    <a:pt x="626" y="595"/>
                    <a:pt x="620" y="535"/>
                    <a:pt x="604" y="477"/>
                  </a:cubicBezTo>
                  <a:cubicBezTo>
                    <a:pt x="598" y="455"/>
                    <a:pt x="592" y="453"/>
                    <a:pt x="570" y="453"/>
                  </a:cubicBezTo>
                  <a:cubicBezTo>
                    <a:pt x="545" y="454"/>
                    <a:pt x="519" y="454"/>
                    <a:pt x="495" y="451"/>
                  </a:cubicBezTo>
                  <a:cubicBezTo>
                    <a:pt x="455" y="445"/>
                    <a:pt x="416" y="435"/>
                    <a:pt x="377" y="428"/>
                  </a:cubicBezTo>
                  <a:cubicBezTo>
                    <a:pt x="341" y="422"/>
                    <a:pt x="309" y="431"/>
                    <a:pt x="284" y="460"/>
                  </a:cubicBezTo>
                  <a:cubicBezTo>
                    <a:pt x="282" y="463"/>
                    <a:pt x="277" y="465"/>
                    <a:pt x="274" y="465"/>
                  </a:cubicBezTo>
                  <a:cubicBezTo>
                    <a:pt x="238" y="465"/>
                    <a:pt x="203" y="493"/>
                    <a:pt x="196" y="539"/>
                  </a:cubicBezTo>
                  <a:cubicBezTo>
                    <a:pt x="191" y="570"/>
                    <a:pt x="192" y="603"/>
                    <a:pt x="195" y="634"/>
                  </a:cubicBezTo>
                  <a:cubicBezTo>
                    <a:pt x="197" y="661"/>
                    <a:pt x="207" y="687"/>
                    <a:pt x="213" y="714"/>
                  </a:cubicBezTo>
                  <a:cubicBezTo>
                    <a:pt x="224" y="773"/>
                    <a:pt x="248" y="825"/>
                    <a:pt x="292" y="866"/>
                  </a:cubicBezTo>
                  <a:cubicBezTo>
                    <a:pt x="296" y="870"/>
                    <a:pt x="297" y="878"/>
                    <a:pt x="295" y="882"/>
                  </a:cubicBezTo>
                  <a:cubicBezTo>
                    <a:pt x="287" y="903"/>
                    <a:pt x="272" y="917"/>
                    <a:pt x="249" y="924"/>
                  </a:cubicBezTo>
                  <a:cubicBezTo>
                    <a:pt x="198" y="938"/>
                    <a:pt x="146" y="952"/>
                    <a:pt x="95" y="970"/>
                  </a:cubicBezTo>
                  <a:cubicBezTo>
                    <a:pt x="54" y="984"/>
                    <a:pt x="23" y="1013"/>
                    <a:pt x="14" y="1058"/>
                  </a:cubicBezTo>
                  <a:cubicBezTo>
                    <a:pt x="10" y="1074"/>
                    <a:pt x="8" y="1090"/>
                    <a:pt x="7" y="1106"/>
                  </a:cubicBezTo>
                  <a:cubicBezTo>
                    <a:pt x="0" y="1234"/>
                    <a:pt x="4" y="1363"/>
                    <a:pt x="10" y="1492"/>
                  </a:cubicBezTo>
                  <a:cubicBezTo>
                    <a:pt x="11" y="1513"/>
                    <a:pt x="18" y="1519"/>
                    <a:pt x="39" y="1519"/>
                  </a:cubicBezTo>
                  <a:cubicBezTo>
                    <a:pt x="233" y="1519"/>
                    <a:pt x="426" y="1519"/>
                    <a:pt x="620" y="1519"/>
                  </a:cubicBezTo>
                  <a:cubicBezTo>
                    <a:pt x="641" y="1519"/>
                    <a:pt x="648" y="1512"/>
                    <a:pt x="648" y="1491"/>
                  </a:cubicBezTo>
                  <a:cubicBezTo>
                    <a:pt x="648" y="1431"/>
                    <a:pt x="648" y="1371"/>
                    <a:pt x="648" y="1310"/>
                  </a:cubicBezTo>
                  <a:cubicBezTo>
                    <a:pt x="648" y="1272"/>
                    <a:pt x="648" y="1233"/>
                    <a:pt x="648" y="1195"/>
                  </a:cubicBezTo>
                  <a:cubicBezTo>
                    <a:pt x="648" y="1181"/>
                    <a:pt x="653" y="1172"/>
                    <a:pt x="668" y="1169"/>
                  </a:cubicBezTo>
                  <a:cubicBezTo>
                    <a:pt x="712" y="1163"/>
                    <a:pt x="757" y="1156"/>
                    <a:pt x="802" y="1150"/>
                  </a:cubicBezTo>
                  <a:cubicBezTo>
                    <a:pt x="801" y="1160"/>
                    <a:pt x="793" y="1164"/>
                    <a:pt x="782" y="1166"/>
                  </a:cubicBezTo>
                  <a:cubicBezTo>
                    <a:pt x="774" y="1167"/>
                    <a:pt x="766" y="1168"/>
                    <a:pt x="758" y="1170"/>
                  </a:cubicBezTo>
                  <a:cubicBezTo>
                    <a:pt x="745" y="1172"/>
                    <a:pt x="738" y="1180"/>
                    <a:pt x="738" y="1195"/>
                  </a:cubicBezTo>
                  <a:cubicBezTo>
                    <a:pt x="738" y="1222"/>
                    <a:pt x="738" y="1249"/>
                    <a:pt x="738" y="1275"/>
                  </a:cubicBezTo>
                  <a:cubicBezTo>
                    <a:pt x="738" y="1290"/>
                    <a:pt x="745" y="1298"/>
                    <a:pt x="758" y="1300"/>
                  </a:cubicBezTo>
                  <a:cubicBezTo>
                    <a:pt x="768" y="1302"/>
                    <a:pt x="777" y="1303"/>
                    <a:pt x="786" y="1306"/>
                  </a:cubicBezTo>
                  <a:cubicBezTo>
                    <a:pt x="791" y="1308"/>
                    <a:pt x="797" y="1312"/>
                    <a:pt x="800" y="1317"/>
                  </a:cubicBezTo>
                  <a:cubicBezTo>
                    <a:pt x="811" y="1334"/>
                    <a:pt x="812" y="1351"/>
                    <a:pt x="796" y="1366"/>
                  </a:cubicBezTo>
                  <a:cubicBezTo>
                    <a:pt x="793" y="1369"/>
                    <a:pt x="791" y="1373"/>
                    <a:pt x="789" y="1376"/>
                  </a:cubicBezTo>
                  <a:cubicBezTo>
                    <a:pt x="782" y="1387"/>
                    <a:pt x="782" y="1397"/>
                    <a:pt x="792" y="1407"/>
                  </a:cubicBezTo>
                  <a:cubicBezTo>
                    <a:pt x="811" y="1426"/>
                    <a:pt x="831" y="1446"/>
                    <a:pt x="850" y="1465"/>
                  </a:cubicBezTo>
                  <a:cubicBezTo>
                    <a:pt x="860" y="1475"/>
                    <a:pt x="870" y="1475"/>
                    <a:pt x="881" y="1468"/>
                  </a:cubicBezTo>
                  <a:cubicBezTo>
                    <a:pt x="887" y="1464"/>
                    <a:pt x="894" y="1460"/>
                    <a:pt x="900" y="1455"/>
                  </a:cubicBezTo>
                  <a:cubicBezTo>
                    <a:pt x="910" y="1446"/>
                    <a:pt x="919" y="1448"/>
                    <a:pt x="931" y="1452"/>
                  </a:cubicBezTo>
                  <a:cubicBezTo>
                    <a:pt x="946" y="1458"/>
                    <a:pt x="953" y="1466"/>
                    <a:pt x="953" y="1481"/>
                  </a:cubicBezTo>
                  <a:cubicBezTo>
                    <a:pt x="954" y="1487"/>
                    <a:pt x="956" y="1493"/>
                    <a:pt x="957" y="1499"/>
                  </a:cubicBezTo>
                  <a:cubicBezTo>
                    <a:pt x="959" y="1512"/>
                    <a:pt x="967" y="1520"/>
                    <a:pt x="982" y="1519"/>
                  </a:cubicBezTo>
                  <a:cubicBezTo>
                    <a:pt x="1008" y="1519"/>
                    <a:pt x="1035" y="1519"/>
                    <a:pt x="1062" y="1519"/>
                  </a:cubicBezTo>
                  <a:cubicBezTo>
                    <a:pt x="1077" y="1520"/>
                    <a:pt x="1085" y="1512"/>
                    <a:pt x="1087" y="1499"/>
                  </a:cubicBezTo>
                  <a:cubicBezTo>
                    <a:pt x="1089" y="1493"/>
                    <a:pt x="1090" y="1487"/>
                    <a:pt x="1091" y="1481"/>
                  </a:cubicBezTo>
                  <a:cubicBezTo>
                    <a:pt x="1091" y="1466"/>
                    <a:pt x="1099" y="1458"/>
                    <a:pt x="1113" y="1452"/>
                  </a:cubicBezTo>
                  <a:cubicBezTo>
                    <a:pt x="1126" y="1447"/>
                    <a:pt x="1135" y="1447"/>
                    <a:pt x="1146" y="1456"/>
                  </a:cubicBezTo>
                  <a:cubicBezTo>
                    <a:pt x="1151" y="1461"/>
                    <a:pt x="1157" y="1464"/>
                    <a:pt x="1163" y="1468"/>
                  </a:cubicBezTo>
                  <a:cubicBezTo>
                    <a:pt x="1174" y="1475"/>
                    <a:pt x="1184" y="1475"/>
                    <a:pt x="1194" y="1465"/>
                  </a:cubicBezTo>
                  <a:cubicBezTo>
                    <a:pt x="1213" y="1446"/>
                    <a:pt x="1233" y="1427"/>
                    <a:pt x="1252" y="1407"/>
                  </a:cubicBezTo>
                  <a:cubicBezTo>
                    <a:pt x="1262" y="1398"/>
                    <a:pt x="1262" y="1387"/>
                    <a:pt x="1255" y="1376"/>
                  </a:cubicBezTo>
                  <a:cubicBezTo>
                    <a:pt x="1251" y="1371"/>
                    <a:pt x="1248" y="1365"/>
                    <a:pt x="1244" y="1360"/>
                  </a:cubicBezTo>
                  <a:cubicBezTo>
                    <a:pt x="1234" y="1349"/>
                    <a:pt x="1234" y="1339"/>
                    <a:pt x="1240" y="1325"/>
                  </a:cubicBezTo>
                  <a:cubicBezTo>
                    <a:pt x="1245" y="1313"/>
                    <a:pt x="1251" y="1305"/>
                    <a:pt x="1265" y="1304"/>
                  </a:cubicBezTo>
                  <a:cubicBezTo>
                    <a:pt x="1272" y="1304"/>
                    <a:pt x="1280" y="1302"/>
                    <a:pt x="1287" y="1300"/>
                  </a:cubicBezTo>
                  <a:cubicBezTo>
                    <a:pt x="1299" y="1297"/>
                    <a:pt x="1306" y="1290"/>
                    <a:pt x="1306" y="1277"/>
                  </a:cubicBezTo>
                  <a:cubicBezTo>
                    <a:pt x="1306" y="1249"/>
                    <a:pt x="1306" y="1221"/>
                    <a:pt x="1306" y="1193"/>
                  </a:cubicBezTo>
                  <a:cubicBezTo>
                    <a:pt x="1306" y="1180"/>
                    <a:pt x="1300" y="1173"/>
                    <a:pt x="1287" y="1170"/>
                  </a:cubicBezTo>
                  <a:close/>
                  <a:moveTo>
                    <a:pt x="858" y="410"/>
                  </a:moveTo>
                  <a:cubicBezTo>
                    <a:pt x="832" y="374"/>
                    <a:pt x="810" y="337"/>
                    <a:pt x="803" y="292"/>
                  </a:cubicBezTo>
                  <a:cubicBezTo>
                    <a:pt x="783" y="175"/>
                    <a:pt x="848" y="81"/>
                    <a:pt x="965" y="58"/>
                  </a:cubicBezTo>
                  <a:cubicBezTo>
                    <a:pt x="1020" y="47"/>
                    <a:pt x="1074" y="51"/>
                    <a:pt x="1126" y="73"/>
                  </a:cubicBezTo>
                  <a:cubicBezTo>
                    <a:pt x="1215" y="110"/>
                    <a:pt x="1258" y="191"/>
                    <a:pt x="1243" y="287"/>
                  </a:cubicBezTo>
                  <a:cubicBezTo>
                    <a:pt x="1236" y="324"/>
                    <a:pt x="1222" y="357"/>
                    <a:pt x="1202" y="387"/>
                  </a:cubicBezTo>
                  <a:cubicBezTo>
                    <a:pt x="1192" y="402"/>
                    <a:pt x="1182" y="416"/>
                    <a:pt x="1172" y="430"/>
                  </a:cubicBezTo>
                  <a:cubicBezTo>
                    <a:pt x="1146" y="467"/>
                    <a:pt x="1124" y="506"/>
                    <a:pt x="1123" y="554"/>
                  </a:cubicBezTo>
                  <a:cubicBezTo>
                    <a:pt x="1110" y="554"/>
                    <a:pt x="1097" y="554"/>
                    <a:pt x="1083" y="554"/>
                  </a:cubicBezTo>
                  <a:cubicBezTo>
                    <a:pt x="1083" y="548"/>
                    <a:pt x="1083" y="543"/>
                    <a:pt x="1083" y="538"/>
                  </a:cubicBezTo>
                  <a:cubicBezTo>
                    <a:pt x="1083" y="495"/>
                    <a:pt x="1083" y="452"/>
                    <a:pt x="1082" y="409"/>
                  </a:cubicBezTo>
                  <a:cubicBezTo>
                    <a:pt x="1082" y="398"/>
                    <a:pt x="1085" y="392"/>
                    <a:pt x="1096" y="386"/>
                  </a:cubicBezTo>
                  <a:cubicBezTo>
                    <a:pt x="1143" y="362"/>
                    <a:pt x="1170" y="323"/>
                    <a:pt x="1176" y="270"/>
                  </a:cubicBezTo>
                  <a:cubicBezTo>
                    <a:pt x="1177" y="261"/>
                    <a:pt x="1176" y="251"/>
                    <a:pt x="1174" y="243"/>
                  </a:cubicBezTo>
                  <a:cubicBezTo>
                    <a:pt x="1166" y="212"/>
                    <a:pt x="1133" y="197"/>
                    <a:pt x="1107" y="215"/>
                  </a:cubicBezTo>
                  <a:cubicBezTo>
                    <a:pt x="1091" y="226"/>
                    <a:pt x="1076" y="242"/>
                    <a:pt x="1068" y="259"/>
                  </a:cubicBezTo>
                  <a:cubicBezTo>
                    <a:pt x="1055" y="291"/>
                    <a:pt x="1048" y="324"/>
                    <a:pt x="1037" y="360"/>
                  </a:cubicBezTo>
                  <a:cubicBezTo>
                    <a:pt x="1029" y="360"/>
                    <a:pt x="1016" y="360"/>
                    <a:pt x="1004" y="360"/>
                  </a:cubicBezTo>
                  <a:cubicBezTo>
                    <a:pt x="998" y="333"/>
                    <a:pt x="995" y="306"/>
                    <a:pt x="985" y="282"/>
                  </a:cubicBezTo>
                  <a:cubicBezTo>
                    <a:pt x="978" y="262"/>
                    <a:pt x="966" y="243"/>
                    <a:pt x="952" y="226"/>
                  </a:cubicBezTo>
                  <a:cubicBezTo>
                    <a:pt x="936" y="207"/>
                    <a:pt x="913" y="204"/>
                    <a:pt x="895" y="212"/>
                  </a:cubicBezTo>
                  <a:cubicBezTo>
                    <a:pt x="877" y="221"/>
                    <a:pt x="865" y="242"/>
                    <a:pt x="868" y="266"/>
                  </a:cubicBezTo>
                  <a:cubicBezTo>
                    <a:pt x="873" y="321"/>
                    <a:pt x="900" y="362"/>
                    <a:pt x="949" y="387"/>
                  </a:cubicBezTo>
                  <a:cubicBezTo>
                    <a:pt x="959" y="391"/>
                    <a:pt x="962" y="396"/>
                    <a:pt x="962" y="407"/>
                  </a:cubicBezTo>
                  <a:cubicBezTo>
                    <a:pt x="961" y="451"/>
                    <a:pt x="962" y="496"/>
                    <a:pt x="962" y="540"/>
                  </a:cubicBezTo>
                  <a:cubicBezTo>
                    <a:pt x="962" y="544"/>
                    <a:pt x="962" y="549"/>
                    <a:pt x="962" y="554"/>
                  </a:cubicBezTo>
                  <a:cubicBezTo>
                    <a:pt x="947" y="554"/>
                    <a:pt x="934" y="554"/>
                    <a:pt x="921" y="554"/>
                  </a:cubicBezTo>
                  <a:cubicBezTo>
                    <a:pt x="920" y="497"/>
                    <a:pt x="889" y="453"/>
                    <a:pt x="858" y="410"/>
                  </a:cubicBezTo>
                  <a:close/>
                  <a:moveTo>
                    <a:pt x="1086" y="342"/>
                  </a:moveTo>
                  <a:cubicBezTo>
                    <a:pt x="1094" y="306"/>
                    <a:pt x="1099" y="272"/>
                    <a:pt x="1130" y="248"/>
                  </a:cubicBezTo>
                  <a:cubicBezTo>
                    <a:pt x="1142" y="277"/>
                    <a:pt x="1121" y="323"/>
                    <a:pt x="1086" y="342"/>
                  </a:cubicBezTo>
                  <a:close/>
                  <a:moveTo>
                    <a:pt x="1039" y="404"/>
                  </a:moveTo>
                  <a:cubicBezTo>
                    <a:pt x="1039" y="454"/>
                    <a:pt x="1039" y="504"/>
                    <a:pt x="1039" y="554"/>
                  </a:cubicBezTo>
                  <a:cubicBezTo>
                    <a:pt x="1028" y="554"/>
                    <a:pt x="1017" y="554"/>
                    <a:pt x="1004" y="554"/>
                  </a:cubicBezTo>
                  <a:cubicBezTo>
                    <a:pt x="1004" y="504"/>
                    <a:pt x="1004" y="455"/>
                    <a:pt x="1004" y="404"/>
                  </a:cubicBezTo>
                  <a:cubicBezTo>
                    <a:pt x="1016" y="404"/>
                    <a:pt x="1027" y="404"/>
                    <a:pt x="1039" y="404"/>
                  </a:cubicBezTo>
                  <a:close/>
                  <a:moveTo>
                    <a:pt x="956" y="341"/>
                  </a:moveTo>
                  <a:cubicBezTo>
                    <a:pt x="924" y="324"/>
                    <a:pt x="903" y="278"/>
                    <a:pt x="913" y="251"/>
                  </a:cubicBezTo>
                  <a:cubicBezTo>
                    <a:pt x="935" y="259"/>
                    <a:pt x="955" y="300"/>
                    <a:pt x="956" y="341"/>
                  </a:cubicBezTo>
                  <a:close/>
                  <a:moveTo>
                    <a:pt x="956" y="640"/>
                  </a:moveTo>
                  <a:cubicBezTo>
                    <a:pt x="924" y="640"/>
                    <a:pt x="917" y="631"/>
                    <a:pt x="922" y="598"/>
                  </a:cubicBezTo>
                  <a:cubicBezTo>
                    <a:pt x="988" y="598"/>
                    <a:pt x="1055" y="598"/>
                    <a:pt x="1121" y="598"/>
                  </a:cubicBezTo>
                  <a:cubicBezTo>
                    <a:pt x="1129" y="626"/>
                    <a:pt x="1120" y="640"/>
                    <a:pt x="1091" y="640"/>
                  </a:cubicBezTo>
                  <a:cubicBezTo>
                    <a:pt x="1046" y="640"/>
                    <a:pt x="1001" y="640"/>
                    <a:pt x="956" y="640"/>
                  </a:cubicBezTo>
                  <a:close/>
                  <a:moveTo>
                    <a:pt x="1067" y="696"/>
                  </a:moveTo>
                  <a:cubicBezTo>
                    <a:pt x="1067" y="716"/>
                    <a:pt x="1064" y="719"/>
                    <a:pt x="1044" y="719"/>
                  </a:cubicBezTo>
                  <a:cubicBezTo>
                    <a:pt x="1030" y="719"/>
                    <a:pt x="1015" y="719"/>
                    <a:pt x="1001" y="719"/>
                  </a:cubicBezTo>
                  <a:cubicBezTo>
                    <a:pt x="980" y="719"/>
                    <a:pt x="977" y="716"/>
                    <a:pt x="978" y="694"/>
                  </a:cubicBezTo>
                  <a:cubicBezTo>
                    <a:pt x="978" y="691"/>
                    <a:pt x="978" y="687"/>
                    <a:pt x="978" y="682"/>
                  </a:cubicBezTo>
                  <a:cubicBezTo>
                    <a:pt x="993" y="682"/>
                    <a:pt x="1007" y="682"/>
                    <a:pt x="1021" y="682"/>
                  </a:cubicBezTo>
                  <a:cubicBezTo>
                    <a:pt x="1036" y="682"/>
                    <a:pt x="1050" y="682"/>
                    <a:pt x="1067" y="682"/>
                  </a:cubicBezTo>
                  <a:cubicBezTo>
                    <a:pt x="1067" y="688"/>
                    <a:pt x="1067" y="692"/>
                    <a:pt x="1067" y="696"/>
                  </a:cubicBezTo>
                  <a:close/>
                  <a:moveTo>
                    <a:pt x="240" y="637"/>
                  </a:moveTo>
                  <a:cubicBezTo>
                    <a:pt x="233" y="606"/>
                    <a:pt x="229" y="574"/>
                    <a:pt x="237" y="543"/>
                  </a:cubicBezTo>
                  <a:cubicBezTo>
                    <a:pt x="245" y="515"/>
                    <a:pt x="258" y="508"/>
                    <a:pt x="287" y="509"/>
                  </a:cubicBezTo>
                  <a:cubicBezTo>
                    <a:pt x="294" y="510"/>
                    <a:pt x="304" y="504"/>
                    <a:pt x="308" y="498"/>
                  </a:cubicBezTo>
                  <a:cubicBezTo>
                    <a:pt x="324" y="472"/>
                    <a:pt x="347" y="465"/>
                    <a:pt x="376" y="470"/>
                  </a:cubicBezTo>
                  <a:cubicBezTo>
                    <a:pt x="414" y="477"/>
                    <a:pt x="452" y="486"/>
                    <a:pt x="490" y="493"/>
                  </a:cubicBezTo>
                  <a:cubicBezTo>
                    <a:pt x="515" y="497"/>
                    <a:pt x="540" y="497"/>
                    <a:pt x="566" y="500"/>
                  </a:cubicBezTo>
                  <a:cubicBezTo>
                    <a:pt x="577" y="539"/>
                    <a:pt x="578" y="580"/>
                    <a:pt x="575" y="622"/>
                  </a:cubicBezTo>
                  <a:cubicBezTo>
                    <a:pt x="573" y="622"/>
                    <a:pt x="571" y="622"/>
                    <a:pt x="571" y="622"/>
                  </a:cubicBezTo>
                  <a:cubicBezTo>
                    <a:pt x="553" y="593"/>
                    <a:pt x="526" y="587"/>
                    <a:pt x="494" y="594"/>
                  </a:cubicBezTo>
                  <a:cubicBezTo>
                    <a:pt x="466" y="600"/>
                    <a:pt x="437" y="605"/>
                    <a:pt x="408" y="610"/>
                  </a:cubicBezTo>
                  <a:cubicBezTo>
                    <a:pt x="383" y="614"/>
                    <a:pt x="358" y="612"/>
                    <a:pt x="334" y="603"/>
                  </a:cubicBezTo>
                  <a:cubicBezTo>
                    <a:pt x="328" y="601"/>
                    <a:pt x="322" y="599"/>
                    <a:pt x="315" y="597"/>
                  </a:cubicBezTo>
                  <a:cubicBezTo>
                    <a:pt x="278" y="588"/>
                    <a:pt x="261" y="595"/>
                    <a:pt x="244" y="630"/>
                  </a:cubicBezTo>
                  <a:cubicBezTo>
                    <a:pt x="242" y="632"/>
                    <a:pt x="241" y="635"/>
                    <a:pt x="240" y="637"/>
                  </a:cubicBezTo>
                  <a:close/>
                  <a:moveTo>
                    <a:pt x="254" y="709"/>
                  </a:moveTo>
                  <a:cubicBezTo>
                    <a:pt x="254" y="705"/>
                    <a:pt x="254" y="701"/>
                    <a:pt x="255" y="698"/>
                  </a:cubicBezTo>
                  <a:cubicBezTo>
                    <a:pt x="264" y="680"/>
                    <a:pt x="274" y="663"/>
                    <a:pt x="283" y="645"/>
                  </a:cubicBezTo>
                  <a:cubicBezTo>
                    <a:pt x="287" y="636"/>
                    <a:pt x="293" y="635"/>
                    <a:pt x="301" y="637"/>
                  </a:cubicBezTo>
                  <a:cubicBezTo>
                    <a:pt x="318" y="642"/>
                    <a:pt x="335" y="648"/>
                    <a:pt x="353" y="651"/>
                  </a:cubicBezTo>
                  <a:cubicBezTo>
                    <a:pt x="394" y="658"/>
                    <a:pt x="433" y="649"/>
                    <a:pt x="473" y="641"/>
                  </a:cubicBezTo>
                  <a:cubicBezTo>
                    <a:pt x="485" y="638"/>
                    <a:pt x="498" y="636"/>
                    <a:pt x="511" y="633"/>
                  </a:cubicBezTo>
                  <a:cubicBezTo>
                    <a:pt x="523" y="631"/>
                    <a:pt x="532" y="636"/>
                    <a:pt x="536" y="647"/>
                  </a:cubicBezTo>
                  <a:cubicBezTo>
                    <a:pt x="545" y="669"/>
                    <a:pt x="552" y="691"/>
                    <a:pt x="546" y="715"/>
                  </a:cubicBezTo>
                  <a:cubicBezTo>
                    <a:pt x="534" y="762"/>
                    <a:pt x="515" y="805"/>
                    <a:pt x="477" y="838"/>
                  </a:cubicBezTo>
                  <a:cubicBezTo>
                    <a:pt x="455" y="857"/>
                    <a:pt x="430" y="867"/>
                    <a:pt x="401" y="870"/>
                  </a:cubicBezTo>
                  <a:cubicBezTo>
                    <a:pt x="358" y="866"/>
                    <a:pt x="325" y="845"/>
                    <a:pt x="299" y="812"/>
                  </a:cubicBezTo>
                  <a:cubicBezTo>
                    <a:pt x="275" y="782"/>
                    <a:pt x="261" y="747"/>
                    <a:pt x="254" y="709"/>
                  </a:cubicBezTo>
                  <a:close/>
                  <a:moveTo>
                    <a:pt x="379" y="1458"/>
                  </a:moveTo>
                  <a:cubicBezTo>
                    <a:pt x="379" y="1464"/>
                    <a:pt x="379" y="1470"/>
                    <a:pt x="379" y="1477"/>
                  </a:cubicBezTo>
                  <a:cubicBezTo>
                    <a:pt x="318" y="1477"/>
                    <a:pt x="258" y="1477"/>
                    <a:pt x="195" y="1477"/>
                  </a:cubicBezTo>
                  <a:cubicBezTo>
                    <a:pt x="195" y="1471"/>
                    <a:pt x="195" y="1466"/>
                    <a:pt x="195" y="1461"/>
                  </a:cubicBezTo>
                  <a:cubicBezTo>
                    <a:pt x="195" y="1366"/>
                    <a:pt x="195" y="1272"/>
                    <a:pt x="195" y="1178"/>
                  </a:cubicBezTo>
                  <a:cubicBezTo>
                    <a:pt x="195" y="1173"/>
                    <a:pt x="196" y="1169"/>
                    <a:pt x="195" y="1164"/>
                  </a:cubicBezTo>
                  <a:cubicBezTo>
                    <a:pt x="194" y="1153"/>
                    <a:pt x="187" y="1146"/>
                    <a:pt x="176" y="1145"/>
                  </a:cubicBezTo>
                  <a:cubicBezTo>
                    <a:pt x="163" y="1145"/>
                    <a:pt x="156" y="1152"/>
                    <a:pt x="154" y="1164"/>
                  </a:cubicBezTo>
                  <a:cubicBezTo>
                    <a:pt x="153" y="1169"/>
                    <a:pt x="154" y="1174"/>
                    <a:pt x="154" y="1179"/>
                  </a:cubicBezTo>
                  <a:cubicBezTo>
                    <a:pt x="154" y="1277"/>
                    <a:pt x="154" y="1376"/>
                    <a:pt x="154" y="1476"/>
                  </a:cubicBezTo>
                  <a:cubicBezTo>
                    <a:pt x="120" y="1476"/>
                    <a:pt x="87" y="1476"/>
                    <a:pt x="52" y="1476"/>
                  </a:cubicBezTo>
                  <a:cubicBezTo>
                    <a:pt x="51" y="1460"/>
                    <a:pt x="50" y="1443"/>
                    <a:pt x="50" y="1426"/>
                  </a:cubicBezTo>
                  <a:cubicBezTo>
                    <a:pt x="49" y="1320"/>
                    <a:pt x="49" y="1214"/>
                    <a:pt x="49" y="1108"/>
                  </a:cubicBezTo>
                  <a:cubicBezTo>
                    <a:pt x="49" y="1097"/>
                    <a:pt x="51" y="1087"/>
                    <a:pt x="52" y="1077"/>
                  </a:cubicBezTo>
                  <a:cubicBezTo>
                    <a:pt x="57" y="1041"/>
                    <a:pt x="80" y="1019"/>
                    <a:pt x="112" y="1008"/>
                  </a:cubicBezTo>
                  <a:cubicBezTo>
                    <a:pt x="146" y="995"/>
                    <a:pt x="182" y="987"/>
                    <a:pt x="217" y="974"/>
                  </a:cubicBezTo>
                  <a:cubicBezTo>
                    <a:pt x="246" y="964"/>
                    <a:pt x="270" y="963"/>
                    <a:pt x="292" y="990"/>
                  </a:cubicBezTo>
                  <a:cubicBezTo>
                    <a:pt x="310" y="1011"/>
                    <a:pt x="336" y="1022"/>
                    <a:pt x="363" y="1026"/>
                  </a:cubicBezTo>
                  <a:cubicBezTo>
                    <a:pt x="378" y="1029"/>
                    <a:pt x="380" y="1035"/>
                    <a:pt x="380" y="1048"/>
                  </a:cubicBezTo>
                  <a:cubicBezTo>
                    <a:pt x="379" y="1185"/>
                    <a:pt x="379" y="1322"/>
                    <a:pt x="379" y="1458"/>
                  </a:cubicBezTo>
                  <a:close/>
                  <a:moveTo>
                    <a:pt x="304" y="945"/>
                  </a:moveTo>
                  <a:cubicBezTo>
                    <a:pt x="315" y="929"/>
                    <a:pt x="326" y="914"/>
                    <a:pt x="338" y="896"/>
                  </a:cubicBezTo>
                  <a:cubicBezTo>
                    <a:pt x="379" y="916"/>
                    <a:pt x="421" y="917"/>
                    <a:pt x="462" y="896"/>
                  </a:cubicBezTo>
                  <a:cubicBezTo>
                    <a:pt x="474" y="913"/>
                    <a:pt x="485" y="928"/>
                    <a:pt x="497" y="944"/>
                  </a:cubicBezTo>
                  <a:cubicBezTo>
                    <a:pt x="451" y="1004"/>
                    <a:pt x="357" y="1004"/>
                    <a:pt x="304" y="945"/>
                  </a:cubicBezTo>
                  <a:close/>
                  <a:moveTo>
                    <a:pt x="795" y="1103"/>
                  </a:moveTo>
                  <a:cubicBezTo>
                    <a:pt x="754" y="1117"/>
                    <a:pt x="714" y="1124"/>
                    <a:pt x="673" y="1127"/>
                  </a:cubicBezTo>
                  <a:cubicBezTo>
                    <a:pt x="630" y="1130"/>
                    <a:pt x="606" y="1155"/>
                    <a:pt x="606" y="1198"/>
                  </a:cubicBezTo>
                  <a:cubicBezTo>
                    <a:pt x="606" y="1285"/>
                    <a:pt x="606" y="1373"/>
                    <a:pt x="606" y="1460"/>
                  </a:cubicBezTo>
                  <a:cubicBezTo>
                    <a:pt x="606" y="1465"/>
                    <a:pt x="606" y="1471"/>
                    <a:pt x="606" y="1477"/>
                  </a:cubicBezTo>
                  <a:cubicBezTo>
                    <a:pt x="544" y="1477"/>
                    <a:pt x="484" y="1477"/>
                    <a:pt x="422" y="1477"/>
                  </a:cubicBezTo>
                  <a:cubicBezTo>
                    <a:pt x="422" y="1471"/>
                    <a:pt x="421" y="1466"/>
                    <a:pt x="421" y="1461"/>
                  </a:cubicBezTo>
                  <a:cubicBezTo>
                    <a:pt x="421" y="1323"/>
                    <a:pt x="422" y="1184"/>
                    <a:pt x="421" y="1046"/>
                  </a:cubicBezTo>
                  <a:cubicBezTo>
                    <a:pt x="421" y="1035"/>
                    <a:pt x="423" y="1029"/>
                    <a:pt x="436" y="1027"/>
                  </a:cubicBezTo>
                  <a:cubicBezTo>
                    <a:pt x="473" y="1020"/>
                    <a:pt x="503" y="1001"/>
                    <a:pt x="528" y="973"/>
                  </a:cubicBezTo>
                  <a:cubicBezTo>
                    <a:pt x="535" y="965"/>
                    <a:pt x="541" y="964"/>
                    <a:pt x="551" y="967"/>
                  </a:cubicBezTo>
                  <a:cubicBezTo>
                    <a:pt x="610" y="983"/>
                    <a:pt x="670" y="992"/>
                    <a:pt x="731" y="985"/>
                  </a:cubicBezTo>
                  <a:cubicBezTo>
                    <a:pt x="812" y="976"/>
                    <a:pt x="875" y="936"/>
                    <a:pt x="923" y="873"/>
                  </a:cubicBezTo>
                  <a:cubicBezTo>
                    <a:pt x="943" y="847"/>
                    <a:pt x="960" y="820"/>
                    <a:pt x="976" y="793"/>
                  </a:cubicBezTo>
                  <a:cubicBezTo>
                    <a:pt x="995" y="763"/>
                    <a:pt x="1030" y="758"/>
                    <a:pt x="1056" y="784"/>
                  </a:cubicBezTo>
                  <a:cubicBezTo>
                    <a:pt x="1068" y="796"/>
                    <a:pt x="1074" y="812"/>
                    <a:pt x="1065" y="829"/>
                  </a:cubicBezTo>
                  <a:cubicBezTo>
                    <a:pt x="1044" y="868"/>
                    <a:pt x="1022" y="906"/>
                    <a:pt x="1000" y="944"/>
                  </a:cubicBezTo>
                  <a:cubicBezTo>
                    <a:pt x="998" y="948"/>
                    <a:pt x="991" y="950"/>
                    <a:pt x="986" y="950"/>
                  </a:cubicBezTo>
                  <a:cubicBezTo>
                    <a:pt x="965" y="952"/>
                    <a:pt x="960" y="955"/>
                    <a:pt x="956" y="977"/>
                  </a:cubicBezTo>
                  <a:cubicBezTo>
                    <a:pt x="955" y="980"/>
                    <a:pt x="954" y="983"/>
                    <a:pt x="954" y="986"/>
                  </a:cubicBezTo>
                  <a:cubicBezTo>
                    <a:pt x="955" y="1010"/>
                    <a:pt x="938" y="1016"/>
                    <a:pt x="920" y="1022"/>
                  </a:cubicBezTo>
                  <a:cubicBezTo>
                    <a:pt x="916" y="1023"/>
                    <a:pt x="910" y="1021"/>
                    <a:pt x="906" y="1019"/>
                  </a:cubicBezTo>
                  <a:cubicBezTo>
                    <a:pt x="897" y="1014"/>
                    <a:pt x="889" y="1007"/>
                    <a:pt x="880" y="1002"/>
                  </a:cubicBezTo>
                  <a:cubicBezTo>
                    <a:pt x="870" y="995"/>
                    <a:pt x="859" y="996"/>
                    <a:pt x="850" y="1005"/>
                  </a:cubicBezTo>
                  <a:cubicBezTo>
                    <a:pt x="831" y="1024"/>
                    <a:pt x="812" y="1044"/>
                    <a:pt x="792" y="1063"/>
                  </a:cubicBezTo>
                  <a:cubicBezTo>
                    <a:pt x="778" y="1076"/>
                    <a:pt x="785" y="1089"/>
                    <a:pt x="795" y="1103"/>
                  </a:cubicBezTo>
                  <a:close/>
                  <a:moveTo>
                    <a:pt x="1264" y="1263"/>
                  </a:moveTo>
                  <a:cubicBezTo>
                    <a:pt x="1232" y="1262"/>
                    <a:pt x="1213" y="1276"/>
                    <a:pt x="1200" y="1308"/>
                  </a:cubicBezTo>
                  <a:cubicBezTo>
                    <a:pt x="1188" y="1339"/>
                    <a:pt x="1187" y="1363"/>
                    <a:pt x="1212" y="1385"/>
                  </a:cubicBezTo>
                  <a:cubicBezTo>
                    <a:pt x="1198" y="1398"/>
                    <a:pt x="1186" y="1410"/>
                    <a:pt x="1172" y="1424"/>
                  </a:cubicBezTo>
                  <a:cubicBezTo>
                    <a:pt x="1151" y="1402"/>
                    <a:pt x="1127" y="1400"/>
                    <a:pt x="1096" y="1413"/>
                  </a:cubicBezTo>
                  <a:cubicBezTo>
                    <a:pt x="1065" y="1426"/>
                    <a:pt x="1048" y="1443"/>
                    <a:pt x="1051" y="1477"/>
                  </a:cubicBezTo>
                  <a:cubicBezTo>
                    <a:pt x="1031" y="1477"/>
                    <a:pt x="1014" y="1477"/>
                    <a:pt x="995" y="1477"/>
                  </a:cubicBezTo>
                  <a:cubicBezTo>
                    <a:pt x="995" y="1446"/>
                    <a:pt x="981" y="1426"/>
                    <a:pt x="949" y="1413"/>
                  </a:cubicBezTo>
                  <a:cubicBezTo>
                    <a:pt x="919" y="1402"/>
                    <a:pt x="894" y="1400"/>
                    <a:pt x="871" y="1426"/>
                  </a:cubicBezTo>
                  <a:cubicBezTo>
                    <a:pt x="857" y="1412"/>
                    <a:pt x="845" y="1400"/>
                    <a:pt x="832" y="1386"/>
                  </a:cubicBezTo>
                  <a:cubicBezTo>
                    <a:pt x="855" y="1364"/>
                    <a:pt x="857" y="1340"/>
                    <a:pt x="844" y="1309"/>
                  </a:cubicBezTo>
                  <a:cubicBezTo>
                    <a:pt x="831" y="1278"/>
                    <a:pt x="813" y="1262"/>
                    <a:pt x="780" y="1263"/>
                  </a:cubicBezTo>
                  <a:cubicBezTo>
                    <a:pt x="780" y="1244"/>
                    <a:pt x="780" y="1227"/>
                    <a:pt x="780" y="1207"/>
                  </a:cubicBezTo>
                  <a:cubicBezTo>
                    <a:pt x="814" y="1209"/>
                    <a:pt x="831" y="1192"/>
                    <a:pt x="844" y="1161"/>
                  </a:cubicBezTo>
                  <a:cubicBezTo>
                    <a:pt x="856" y="1131"/>
                    <a:pt x="857" y="1107"/>
                    <a:pt x="832" y="1085"/>
                  </a:cubicBezTo>
                  <a:cubicBezTo>
                    <a:pt x="846" y="1072"/>
                    <a:pt x="859" y="1061"/>
                    <a:pt x="873" y="1047"/>
                  </a:cubicBezTo>
                  <a:cubicBezTo>
                    <a:pt x="893" y="1067"/>
                    <a:pt x="916" y="1071"/>
                    <a:pt x="948" y="1057"/>
                  </a:cubicBezTo>
                  <a:cubicBezTo>
                    <a:pt x="979" y="1044"/>
                    <a:pt x="995" y="1027"/>
                    <a:pt x="994" y="993"/>
                  </a:cubicBezTo>
                  <a:cubicBezTo>
                    <a:pt x="1013" y="993"/>
                    <a:pt x="1030" y="993"/>
                    <a:pt x="1050" y="993"/>
                  </a:cubicBezTo>
                  <a:cubicBezTo>
                    <a:pt x="1049" y="1026"/>
                    <a:pt x="1064" y="1044"/>
                    <a:pt x="1095" y="1057"/>
                  </a:cubicBezTo>
                  <a:cubicBezTo>
                    <a:pt x="1127" y="1069"/>
                    <a:pt x="1150" y="1069"/>
                    <a:pt x="1173" y="1045"/>
                  </a:cubicBezTo>
                  <a:cubicBezTo>
                    <a:pt x="1187" y="1058"/>
                    <a:pt x="1199" y="1071"/>
                    <a:pt x="1212" y="1084"/>
                  </a:cubicBezTo>
                  <a:cubicBezTo>
                    <a:pt x="1188" y="1107"/>
                    <a:pt x="1187" y="1131"/>
                    <a:pt x="1200" y="1162"/>
                  </a:cubicBezTo>
                  <a:cubicBezTo>
                    <a:pt x="1213" y="1192"/>
                    <a:pt x="1230" y="1209"/>
                    <a:pt x="1264" y="1207"/>
                  </a:cubicBezTo>
                  <a:cubicBezTo>
                    <a:pt x="1264" y="1226"/>
                    <a:pt x="1264" y="1243"/>
                    <a:pt x="1264" y="1263"/>
                  </a:cubicBezTo>
                  <a:close/>
                  <a:moveTo>
                    <a:pt x="1360" y="444"/>
                  </a:moveTo>
                  <a:cubicBezTo>
                    <a:pt x="1343" y="433"/>
                    <a:pt x="1326" y="423"/>
                    <a:pt x="1309" y="414"/>
                  </a:cubicBezTo>
                  <a:cubicBezTo>
                    <a:pt x="1295" y="407"/>
                    <a:pt x="1280" y="417"/>
                    <a:pt x="1279" y="435"/>
                  </a:cubicBezTo>
                  <a:cubicBezTo>
                    <a:pt x="1281" y="438"/>
                    <a:pt x="1283" y="446"/>
                    <a:pt x="1288" y="449"/>
                  </a:cubicBezTo>
                  <a:cubicBezTo>
                    <a:pt x="1305" y="460"/>
                    <a:pt x="1322" y="471"/>
                    <a:pt x="1341" y="480"/>
                  </a:cubicBezTo>
                  <a:cubicBezTo>
                    <a:pt x="1351" y="485"/>
                    <a:pt x="1361" y="481"/>
                    <a:pt x="1367" y="470"/>
                  </a:cubicBezTo>
                  <a:cubicBezTo>
                    <a:pt x="1372" y="460"/>
                    <a:pt x="1370" y="450"/>
                    <a:pt x="1360" y="444"/>
                  </a:cubicBezTo>
                  <a:close/>
                  <a:moveTo>
                    <a:pt x="1402" y="238"/>
                  </a:moveTo>
                  <a:cubicBezTo>
                    <a:pt x="1393" y="237"/>
                    <a:pt x="1384" y="238"/>
                    <a:pt x="1375" y="238"/>
                  </a:cubicBezTo>
                  <a:cubicBezTo>
                    <a:pt x="1365" y="238"/>
                    <a:pt x="1356" y="237"/>
                    <a:pt x="1347" y="238"/>
                  </a:cubicBezTo>
                  <a:cubicBezTo>
                    <a:pt x="1334" y="238"/>
                    <a:pt x="1327" y="245"/>
                    <a:pt x="1326" y="257"/>
                  </a:cubicBezTo>
                  <a:cubicBezTo>
                    <a:pt x="1325" y="268"/>
                    <a:pt x="1333" y="279"/>
                    <a:pt x="1346" y="279"/>
                  </a:cubicBezTo>
                  <a:cubicBezTo>
                    <a:pt x="1365" y="280"/>
                    <a:pt x="1384" y="280"/>
                    <a:pt x="1404" y="279"/>
                  </a:cubicBezTo>
                  <a:cubicBezTo>
                    <a:pt x="1416" y="278"/>
                    <a:pt x="1424" y="270"/>
                    <a:pt x="1423" y="257"/>
                  </a:cubicBezTo>
                  <a:cubicBezTo>
                    <a:pt x="1423" y="244"/>
                    <a:pt x="1415" y="238"/>
                    <a:pt x="1402" y="2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E3D54E4-6C35-1005-E747-049572061E2E}"/>
              </a:ext>
            </a:extLst>
          </p:cNvPr>
          <p:cNvGrpSpPr/>
          <p:nvPr/>
        </p:nvGrpSpPr>
        <p:grpSpPr>
          <a:xfrm>
            <a:off x="695324" y="2202819"/>
            <a:ext cx="5579323" cy="1338872"/>
            <a:chOff x="695324" y="3474360"/>
            <a:chExt cx="5579323" cy="1338872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432A3B6-774F-086B-80AB-BA1CD812C41A}"/>
                </a:ext>
              </a:extLst>
            </p:cNvPr>
            <p:cNvSpPr/>
            <p:nvPr/>
          </p:nvSpPr>
          <p:spPr>
            <a:xfrm>
              <a:off x="695324" y="4074568"/>
              <a:ext cx="3919707" cy="73866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This is a sample text. Insert your desired text here. You can add sample text. This is a sample text. Insert your sample text here. 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73D40CF-F8D2-237F-3AC2-2FC685185703}"/>
                </a:ext>
              </a:extLst>
            </p:cNvPr>
            <p:cNvSpPr txBox="1"/>
            <p:nvPr/>
          </p:nvSpPr>
          <p:spPr>
            <a:xfrm>
              <a:off x="695324" y="3474360"/>
              <a:ext cx="5579323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>
                <a:defRPr sz="6000" b="0">
                  <a:solidFill>
                    <a:schemeClr val="bg1"/>
                  </a:solidFill>
                  <a:latin typeface="+mj-lt"/>
                </a:defRPr>
              </a:lvl1pPr>
            </a:lstStyle>
            <a:p>
              <a:r>
                <a:rPr lang="en-US" sz="2400" b="1" dirty="0">
                  <a:solidFill>
                    <a:schemeClr val="accent2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Mission and Purpose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9593F2F-EAFE-E832-EA52-5CE04BD819BD}"/>
              </a:ext>
            </a:extLst>
          </p:cNvPr>
          <p:cNvGrpSpPr/>
          <p:nvPr/>
        </p:nvGrpSpPr>
        <p:grpSpPr>
          <a:xfrm>
            <a:off x="3098718" y="4183840"/>
            <a:ext cx="2100656" cy="1835960"/>
            <a:chOff x="3098718" y="4183840"/>
            <a:chExt cx="2100656" cy="183596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19C9254-DCAD-EB81-1966-C4A05FE54164}"/>
                </a:ext>
              </a:extLst>
            </p:cNvPr>
            <p:cNvSpPr txBox="1"/>
            <p:nvPr/>
          </p:nvSpPr>
          <p:spPr>
            <a:xfrm>
              <a:off x="3098719" y="5373469"/>
              <a:ext cx="2100655" cy="64633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>
                <a:defRPr sz="1400"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r>
                <a:rPr lang="en-US" dirty="0"/>
                <a:t>This is a sample text. Insert your desired text here. You can add text. </a:t>
              </a:r>
            </a:p>
          </p:txBody>
        </p:sp>
        <p:sp>
          <p:nvSpPr>
            <p:cNvPr id="13" name="Freeform 24">
              <a:extLst>
                <a:ext uri="{FF2B5EF4-FFF2-40B4-BE49-F238E27FC236}">
                  <a16:creationId xmlns:a16="http://schemas.microsoft.com/office/drawing/2014/main" id="{B136446C-F296-F4C3-E725-3111DE4291B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098718" y="4183840"/>
              <a:ext cx="440547" cy="441664"/>
            </a:xfrm>
            <a:custGeom>
              <a:avLst/>
              <a:gdLst>
                <a:gd name="T0" fmla="*/ 194 w 197"/>
                <a:gd name="T1" fmla="*/ 2 h 197"/>
                <a:gd name="T2" fmla="*/ 191 w 197"/>
                <a:gd name="T3" fmla="*/ 0 h 197"/>
                <a:gd name="T4" fmla="*/ 187 w 197"/>
                <a:gd name="T5" fmla="*/ 2 h 197"/>
                <a:gd name="T6" fmla="*/ 3 w 197"/>
                <a:gd name="T7" fmla="*/ 123 h 197"/>
                <a:gd name="T8" fmla="*/ 0 w 197"/>
                <a:gd name="T9" fmla="*/ 130 h 197"/>
                <a:gd name="T10" fmla="*/ 3 w 197"/>
                <a:gd name="T11" fmla="*/ 134 h 197"/>
                <a:gd name="T12" fmla="*/ 51 w 197"/>
                <a:gd name="T13" fmla="*/ 154 h 197"/>
                <a:gd name="T14" fmla="*/ 74 w 197"/>
                <a:gd name="T15" fmla="*/ 194 h 197"/>
                <a:gd name="T16" fmla="*/ 80 w 197"/>
                <a:gd name="T17" fmla="*/ 197 h 197"/>
                <a:gd name="T18" fmla="*/ 85 w 197"/>
                <a:gd name="T19" fmla="*/ 194 h 197"/>
                <a:gd name="T20" fmla="*/ 98 w 197"/>
                <a:gd name="T21" fmla="*/ 171 h 197"/>
                <a:gd name="T22" fmla="*/ 157 w 197"/>
                <a:gd name="T23" fmla="*/ 195 h 197"/>
                <a:gd name="T24" fmla="*/ 160 w 197"/>
                <a:gd name="T25" fmla="*/ 197 h 197"/>
                <a:gd name="T26" fmla="*/ 162 w 197"/>
                <a:gd name="T27" fmla="*/ 195 h 197"/>
                <a:gd name="T28" fmla="*/ 165 w 197"/>
                <a:gd name="T29" fmla="*/ 190 h 197"/>
                <a:gd name="T30" fmla="*/ 197 w 197"/>
                <a:gd name="T31" fmla="*/ 6 h 197"/>
                <a:gd name="T32" fmla="*/ 194 w 197"/>
                <a:gd name="T33" fmla="*/ 2 h 197"/>
                <a:gd name="T34" fmla="*/ 56 w 197"/>
                <a:gd name="T35" fmla="*/ 142 h 197"/>
                <a:gd name="T36" fmla="*/ 19 w 197"/>
                <a:gd name="T37" fmla="*/ 128 h 197"/>
                <a:gd name="T38" fmla="*/ 162 w 197"/>
                <a:gd name="T39" fmla="*/ 32 h 197"/>
                <a:gd name="T40" fmla="*/ 58 w 197"/>
                <a:gd name="T41" fmla="*/ 142 h 197"/>
                <a:gd name="T42" fmla="*/ 56 w 197"/>
                <a:gd name="T43" fmla="*/ 142 h 197"/>
                <a:gd name="T44" fmla="*/ 155 w 197"/>
                <a:gd name="T45" fmla="*/ 181 h 197"/>
                <a:gd name="T46" fmla="*/ 103 w 197"/>
                <a:gd name="T47" fmla="*/ 160 h 197"/>
                <a:gd name="T48" fmla="*/ 98 w 197"/>
                <a:gd name="T49" fmla="*/ 160 h 197"/>
                <a:gd name="T50" fmla="*/ 179 w 197"/>
                <a:gd name="T51" fmla="*/ 35 h 197"/>
                <a:gd name="T52" fmla="*/ 155 w 197"/>
                <a:gd name="T53" fmla="*/ 181 h 197"/>
                <a:gd name="T54" fmla="*/ 80 w 197"/>
                <a:gd name="T55" fmla="*/ 178 h 197"/>
                <a:gd name="T56" fmla="*/ 62 w 197"/>
                <a:gd name="T57" fmla="*/ 147 h 197"/>
                <a:gd name="T58" fmla="*/ 179 w 197"/>
                <a:gd name="T59" fmla="*/ 22 h 197"/>
                <a:gd name="T60" fmla="*/ 80 w 197"/>
                <a:gd name="T61" fmla="*/ 178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97" h="197">
                  <a:moveTo>
                    <a:pt x="194" y="2"/>
                  </a:moveTo>
                  <a:cubicBezTo>
                    <a:pt x="192" y="0"/>
                    <a:pt x="191" y="0"/>
                    <a:pt x="191" y="0"/>
                  </a:cubicBezTo>
                  <a:cubicBezTo>
                    <a:pt x="189" y="0"/>
                    <a:pt x="187" y="0"/>
                    <a:pt x="187" y="2"/>
                  </a:cubicBezTo>
                  <a:cubicBezTo>
                    <a:pt x="3" y="123"/>
                    <a:pt x="3" y="123"/>
                    <a:pt x="3" y="123"/>
                  </a:cubicBezTo>
                  <a:cubicBezTo>
                    <a:pt x="0" y="125"/>
                    <a:pt x="0" y="126"/>
                    <a:pt x="0" y="130"/>
                  </a:cubicBezTo>
                  <a:cubicBezTo>
                    <a:pt x="0" y="131"/>
                    <a:pt x="2" y="133"/>
                    <a:pt x="3" y="134"/>
                  </a:cubicBezTo>
                  <a:cubicBezTo>
                    <a:pt x="51" y="154"/>
                    <a:pt x="51" y="154"/>
                    <a:pt x="51" y="154"/>
                  </a:cubicBezTo>
                  <a:cubicBezTo>
                    <a:pt x="74" y="194"/>
                    <a:pt x="74" y="194"/>
                    <a:pt x="74" y="194"/>
                  </a:cubicBezTo>
                  <a:cubicBezTo>
                    <a:pt x="75" y="195"/>
                    <a:pt x="77" y="197"/>
                    <a:pt x="80" y="197"/>
                  </a:cubicBezTo>
                  <a:cubicBezTo>
                    <a:pt x="82" y="197"/>
                    <a:pt x="83" y="195"/>
                    <a:pt x="85" y="194"/>
                  </a:cubicBezTo>
                  <a:cubicBezTo>
                    <a:pt x="98" y="171"/>
                    <a:pt x="98" y="171"/>
                    <a:pt x="98" y="171"/>
                  </a:cubicBezTo>
                  <a:cubicBezTo>
                    <a:pt x="157" y="195"/>
                    <a:pt x="157" y="195"/>
                    <a:pt x="157" y="195"/>
                  </a:cubicBezTo>
                  <a:cubicBezTo>
                    <a:pt x="159" y="197"/>
                    <a:pt x="159" y="197"/>
                    <a:pt x="160" y="197"/>
                  </a:cubicBezTo>
                  <a:cubicBezTo>
                    <a:pt x="162" y="195"/>
                    <a:pt x="162" y="195"/>
                    <a:pt x="162" y="195"/>
                  </a:cubicBezTo>
                  <a:cubicBezTo>
                    <a:pt x="163" y="195"/>
                    <a:pt x="165" y="194"/>
                    <a:pt x="165" y="190"/>
                  </a:cubicBezTo>
                  <a:cubicBezTo>
                    <a:pt x="197" y="6"/>
                    <a:pt x="197" y="6"/>
                    <a:pt x="197" y="6"/>
                  </a:cubicBezTo>
                  <a:cubicBezTo>
                    <a:pt x="197" y="5"/>
                    <a:pt x="196" y="2"/>
                    <a:pt x="194" y="2"/>
                  </a:cubicBezTo>
                  <a:close/>
                  <a:moveTo>
                    <a:pt x="56" y="142"/>
                  </a:moveTo>
                  <a:cubicBezTo>
                    <a:pt x="19" y="128"/>
                    <a:pt x="19" y="128"/>
                    <a:pt x="19" y="128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58" y="142"/>
                    <a:pt x="58" y="142"/>
                    <a:pt x="58" y="142"/>
                  </a:cubicBezTo>
                  <a:lnTo>
                    <a:pt x="56" y="142"/>
                  </a:lnTo>
                  <a:close/>
                  <a:moveTo>
                    <a:pt x="155" y="181"/>
                  </a:moveTo>
                  <a:cubicBezTo>
                    <a:pt x="103" y="160"/>
                    <a:pt x="103" y="160"/>
                    <a:pt x="103" y="160"/>
                  </a:cubicBezTo>
                  <a:cubicBezTo>
                    <a:pt x="98" y="160"/>
                    <a:pt x="98" y="160"/>
                    <a:pt x="98" y="160"/>
                  </a:cubicBezTo>
                  <a:cubicBezTo>
                    <a:pt x="179" y="35"/>
                    <a:pt x="179" y="35"/>
                    <a:pt x="179" y="35"/>
                  </a:cubicBezTo>
                  <a:lnTo>
                    <a:pt x="155" y="181"/>
                  </a:lnTo>
                  <a:close/>
                  <a:moveTo>
                    <a:pt x="80" y="178"/>
                  </a:moveTo>
                  <a:cubicBezTo>
                    <a:pt x="62" y="147"/>
                    <a:pt x="62" y="147"/>
                    <a:pt x="62" y="147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80" y="178"/>
                    <a:pt x="80" y="178"/>
                    <a:pt x="80" y="17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0A4828C-8BFD-940B-D01B-0EF1EC0CB1B7}"/>
                </a:ext>
              </a:extLst>
            </p:cNvPr>
            <p:cNvSpPr txBox="1"/>
            <p:nvPr/>
          </p:nvSpPr>
          <p:spPr>
            <a:xfrm>
              <a:off x="3098719" y="4939744"/>
              <a:ext cx="1778330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>
                <a:defRPr sz="1400"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r>
                <a:rPr lang="en-US" sz="1800" b="1" dirty="0"/>
                <a:t>Why we Serve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4512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0000" decel="4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0000" decel="4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6" presetClass="entr" presetSubtype="4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333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8" accel="20000" decel="8000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accel="10000" decel="40000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accel="10000" decel="40000" fill="hold" nodeType="withEffect">
                                  <p:stCondLst>
                                    <p:cond delay="6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accel="10000" decel="40000" fill="hold" nodeType="withEffect">
                                  <p:stCondLst>
                                    <p:cond delay="6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" grpId="0" animBg="1"/>
      <p:bldP spid="10" grpId="0" animBg="1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A94A10B-EC0C-219F-59F3-26907FDD2F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5" y="979488"/>
            <a:ext cx="8037513" cy="1107996"/>
          </a:xfrm>
        </p:spPr>
        <p:txBody>
          <a:bodyPr/>
          <a:lstStyle/>
          <a:p>
            <a:r>
              <a:rPr lang="es-ES_tradnl" noProof="1"/>
              <a:t>Pregunta de</a:t>
            </a:r>
          </a:p>
          <a:p>
            <a:r>
              <a:rPr lang="es-ES_tradnl" b="0" noProof="1"/>
              <a:t>investigación</a:t>
            </a:r>
          </a:p>
        </p:txBody>
      </p:sp>
      <p:pic>
        <p:nvPicPr>
          <p:cNvPr id="91" name="Picture Placeholder 90">
            <a:extLst>
              <a:ext uri="{FF2B5EF4-FFF2-40B4-BE49-F238E27FC236}">
                <a16:creationId xmlns:a16="http://schemas.microsoft.com/office/drawing/2014/main" id="{3CA98611-26CA-C8DD-5DF9-5D8C2B89B26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2BF6D4E-0EF5-910E-AC6E-C4658A28E9DC}"/>
              </a:ext>
            </a:extLst>
          </p:cNvPr>
          <p:cNvGrpSpPr/>
          <p:nvPr/>
        </p:nvGrpSpPr>
        <p:grpSpPr>
          <a:xfrm>
            <a:off x="695324" y="4002244"/>
            <a:ext cx="387685" cy="389170"/>
            <a:chOff x="698129" y="1855795"/>
            <a:chExt cx="387685" cy="389170"/>
          </a:xfrm>
        </p:grpSpPr>
        <p:sp>
          <p:nvSpPr>
            <p:cNvPr id="4" name="Freeform 16">
              <a:extLst>
                <a:ext uri="{FF2B5EF4-FFF2-40B4-BE49-F238E27FC236}">
                  <a16:creationId xmlns:a16="http://schemas.microsoft.com/office/drawing/2014/main" id="{87D10314-986B-D86B-04E2-6703894F539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129" y="1855795"/>
              <a:ext cx="387685" cy="389170"/>
            </a:xfrm>
            <a:custGeom>
              <a:avLst/>
              <a:gdLst>
                <a:gd name="T0" fmla="*/ 65 w 130"/>
                <a:gd name="T1" fmla="*/ 0 h 131"/>
                <a:gd name="T2" fmla="*/ 0 w 130"/>
                <a:gd name="T3" fmla="*/ 65 h 131"/>
                <a:gd name="T4" fmla="*/ 24 w 130"/>
                <a:gd name="T5" fmla="*/ 116 h 131"/>
                <a:gd name="T6" fmla="*/ 24 w 130"/>
                <a:gd name="T7" fmla="*/ 63 h 131"/>
                <a:gd name="T8" fmla="*/ 29 w 130"/>
                <a:gd name="T9" fmla="*/ 58 h 131"/>
                <a:gd name="T10" fmla="*/ 82 w 130"/>
                <a:gd name="T11" fmla="*/ 58 h 131"/>
                <a:gd name="T12" fmla="*/ 76 w 130"/>
                <a:gd name="T13" fmla="*/ 52 h 131"/>
                <a:gd name="T14" fmla="*/ 76 w 130"/>
                <a:gd name="T15" fmla="*/ 45 h 131"/>
                <a:gd name="T16" fmla="*/ 82 w 130"/>
                <a:gd name="T17" fmla="*/ 45 h 131"/>
                <a:gd name="T18" fmla="*/ 97 w 130"/>
                <a:gd name="T19" fmla="*/ 60 h 131"/>
                <a:gd name="T20" fmla="*/ 97 w 130"/>
                <a:gd name="T21" fmla="*/ 66 h 131"/>
                <a:gd name="T22" fmla="*/ 82 w 130"/>
                <a:gd name="T23" fmla="*/ 80 h 131"/>
                <a:gd name="T24" fmla="*/ 79 w 130"/>
                <a:gd name="T25" fmla="*/ 82 h 131"/>
                <a:gd name="T26" fmla="*/ 76 w 130"/>
                <a:gd name="T27" fmla="*/ 80 h 131"/>
                <a:gd name="T28" fmla="*/ 76 w 130"/>
                <a:gd name="T29" fmla="*/ 74 h 131"/>
                <a:gd name="T30" fmla="*/ 82 w 130"/>
                <a:gd name="T31" fmla="*/ 68 h 131"/>
                <a:gd name="T32" fmla="*/ 34 w 130"/>
                <a:gd name="T33" fmla="*/ 68 h 131"/>
                <a:gd name="T34" fmla="*/ 34 w 130"/>
                <a:gd name="T35" fmla="*/ 122 h 131"/>
                <a:gd name="T36" fmla="*/ 65 w 130"/>
                <a:gd name="T37" fmla="*/ 131 h 131"/>
                <a:gd name="T38" fmla="*/ 130 w 130"/>
                <a:gd name="T39" fmla="*/ 65 h 131"/>
                <a:gd name="T40" fmla="*/ 65 w 130"/>
                <a:gd name="T41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30" h="131">
                  <a:moveTo>
                    <a:pt x="65" y="0"/>
                  </a:moveTo>
                  <a:cubicBezTo>
                    <a:pt x="29" y="0"/>
                    <a:pt x="0" y="29"/>
                    <a:pt x="0" y="65"/>
                  </a:cubicBezTo>
                  <a:cubicBezTo>
                    <a:pt x="0" y="86"/>
                    <a:pt x="9" y="104"/>
                    <a:pt x="24" y="116"/>
                  </a:cubicBezTo>
                  <a:cubicBezTo>
                    <a:pt x="24" y="63"/>
                    <a:pt x="24" y="63"/>
                    <a:pt x="24" y="63"/>
                  </a:cubicBezTo>
                  <a:cubicBezTo>
                    <a:pt x="24" y="60"/>
                    <a:pt x="26" y="58"/>
                    <a:pt x="29" y="58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4" y="50"/>
                    <a:pt x="74" y="47"/>
                    <a:pt x="76" y="45"/>
                  </a:cubicBezTo>
                  <a:cubicBezTo>
                    <a:pt x="78" y="44"/>
                    <a:pt x="81" y="44"/>
                    <a:pt x="82" y="45"/>
                  </a:cubicBezTo>
                  <a:cubicBezTo>
                    <a:pt x="97" y="60"/>
                    <a:pt x="97" y="60"/>
                    <a:pt x="97" y="60"/>
                  </a:cubicBezTo>
                  <a:cubicBezTo>
                    <a:pt x="99" y="61"/>
                    <a:pt x="99" y="64"/>
                    <a:pt x="97" y="66"/>
                  </a:cubicBezTo>
                  <a:cubicBezTo>
                    <a:pt x="82" y="80"/>
                    <a:pt x="82" y="80"/>
                    <a:pt x="82" y="80"/>
                  </a:cubicBezTo>
                  <a:cubicBezTo>
                    <a:pt x="82" y="81"/>
                    <a:pt x="80" y="82"/>
                    <a:pt x="79" y="82"/>
                  </a:cubicBezTo>
                  <a:cubicBezTo>
                    <a:pt x="78" y="82"/>
                    <a:pt x="77" y="81"/>
                    <a:pt x="76" y="80"/>
                  </a:cubicBezTo>
                  <a:cubicBezTo>
                    <a:pt x="74" y="79"/>
                    <a:pt x="74" y="76"/>
                    <a:pt x="76" y="74"/>
                  </a:cubicBezTo>
                  <a:cubicBezTo>
                    <a:pt x="82" y="68"/>
                    <a:pt x="82" y="68"/>
                    <a:pt x="8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122"/>
                    <a:pt x="34" y="122"/>
                    <a:pt x="34" y="122"/>
                  </a:cubicBezTo>
                  <a:cubicBezTo>
                    <a:pt x="43" y="128"/>
                    <a:pt x="54" y="131"/>
                    <a:pt x="65" y="131"/>
                  </a:cubicBezTo>
                  <a:cubicBezTo>
                    <a:pt x="101" y="131"/>
                    <a:pt x="130" y="101"/>
                    <a:pt x="130" y="65"/>
                  </a:cubicBezTo>
                  <a:cubicBezTo>
                    <a:pt x="130" y="29"/>
                    <a:pt x="101" y="0"/>
                    <a:pt x="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17">
              <a:extLst>
                <a:ext uri="{FF2B5EF4-FFF2-40B4-BE49-F238E27FC236}">
                  <a16:creationId xmlns:a16="http://schemas.microsoft.com/office/drawing/2014/main" id="{61AC86F2-8B3A-D555-F72A-5EA03EB8A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427" y="1986509"/>
              <a:ext cx="222807" cy="231719"/>
            </a:xfrm>
            <a:custGeom>
              <a:avLst/>
              <a:gdLst>
                <a:gd name="T0" fmla="*/ 58 w 75"/>
                <a:gd name="T1" fmla="*/ 24 h 78"/>
                <a:gd name="T2" fmla="*/ 52 w 75"/>
                <a:gd name="T3" fmla="*/ 30 h 78"/>
                <a:gd name="T4" fmla="*/ 52 w 75"/>
                <a:gd name="T5" fmla="*/ 36 h 78"/>
                <a:gd name="T6" fmla="*/ 55 w 75"/>
                <a:gd name="T7" fmla="*/ 38 h 78"/>
                <a:gd name="T8" fmla="*/ 58 w 75"/>
                <a:gd name="T9" fmla="*/ 36 h 78"/>
                <a:gd name="T10" fmla="*/ 73 w 75"/>
                <a:gd name="T11" fmla="*/ 22 h 78"/>
                <a:gd name="T12" fmla="*/ 73 w 75"/>
                <a:gd name="T13" fmla="*/ 16 h 78"/>
                <a:gd name="T14" fmla="*/ 58 w 75"/>
                <a:gd name="T15" fmla="*/ 1 h 78"/>
                <a:gd name="T16" fmla="*/ 52 w 75"/>
                <a:gd name="T17" fmla="*/ 1 h 78"/>
                <a:gd name="T18" fmla="*/ 52 w 75"/>
                <a:gd name="T19" fmla="*/ 8 h 78"/>
                <a:gd name="T20" fmla="*/ 58 w 75"/>
                <a:gd name="T21" fmla="*/ 14 h 78"/>
                <a:gd name="T22" fmla="*/ 5 w 75"/>
                <a:gd name="T23" fmla="*/ 14 h 78"/>
                <a:gd name="T24" fmla="*/ 0 w 75"/>
                <a:gd name="T25" fmla="*/ 19 h 78"/>
                <a:gd name="T26" fmla="*/ 0 w 75"/>
                <a:gd name="T27" fmla="*/ 72 h 78"/>
                <a:gd name="T28" fmla="*/ 10 w 75"/>
                <a:gd name="T29" fmla="*/ 78 h 78"/>
                <a:gd name="T30" fmla="*/ 10 w 75"/>
                <a:gd name="T31" fmla="*/ 24 h 78"/>
                <a:gd name="T32" fmla="*/ 58 w 75"/>
                <a:gd name="T33" fmla="*/ 24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5" h="78">
                  <a:moveTo>
                    <a:pt x="58" y="24"/>
                  </a:moveTo>
                  <a:cubicBezTo>
                    <a:pt x="52" y="30"/>
                    <a:pt x="52" y="30"/>
                    <a:pt x="52" y="30"/>
                  </a:cubicBezTo>
                  <a:cubicBezTo>
                    <a:pt x="50" y="32"/>
                    <a:pt x="50" y="35"/>
                    <a:pt x="52" y="36"/>
                  </a:cubicBezTo>
                  <a:cubicBezTo>
                    <a:pt x="53" y="37"/>
                    <a:pt x="54" y="38"/>
                    <a:pt x="55" y="38"/>
                  </a:cubicBezTo>
                  <a:cubicBezTo>
                    <a:pt x="56" y="38"/>
                    <a:pt x="58" y="37"/>
                    <a:pt x="58" y="36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75" y="20"/>
                    <a:pt x="75" y="17"/>
                    <a:pt x="73" y="16"/>
                  </a:cubicBezTo>
                  <a:cubicBezTo>
                    <a:pt x="58" y="1"/>
                    <a:pt x="58" y="1"/>
                    <a:pt x="58" y="1"/>
                  </a:cubicBezTo>
                  <a:cubicBezTo>
                    <a:pt x="57" y="0"/>
                    <a:pt x="54" y="0"/>
                    <a:pt x="52" y="1"/>
                  </a:cubicBezTo>
                  <a:cubicBezTo>
                    <a:pt x="50" y="3"/>
                    <a:pt x="50" y="6"/>
                    <a:pt x="52" y="8"/>
                  </a:cubicBezTo>
                  <a:cubicBezTo>
                    <a:pt x="58" y="14"/>
                    <a:pt x="58" y="14"/>
                    <a:pt x="58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6"/>
                    <a:pt x="0" y="19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74"/>
                    <a:pt x="6" y="77"/>
                    <a:pt x="10" y="78"/>
                  </a:cubicBezTo>
                  <a:cubicBezTo>
                    <a:pt x="10" y="24"/>
                    <a:pt x="10" y="24"/>
                    <a:pt x="10" y="24"/>
                  </a:cubicBezTo>
                  <a:lnTo>
                    <a:pt x="58" y="2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B9008C7-FB71-F874-251D-8CE304FF2BBB}"/>
              </a:ext>
            </a:extLst>
          </p:cNvPr>
          <p:cNvGrpSpPr/>
          <p:nvPr/>
        </p:nvGrpSpPr>
        <p:grpSpPr>
          <a:xfrm>
            <a:off x="1427946" y="4109507"/>
            <a:ext cx="2604801" cy="1178617"/>
            <a:chOff x="1427946" y="4109507"/>
            <a:chExt cx="2604801" cy="1178617"/>
          </a:xfrm>
        </p:grpSpPr>
        <p:sp>
          <p:nvSpPr>
            <p:cNvPr id="10" name="Subtitle 2">
              <a:extLst>
                <a:ext uri="{FF2B5EF4-FFF2-40B4-BE49-F238E27FC236}">
                  <a16:creationId xmlns:a16="http://schemas.microsoft.com/office/drawing/2014/main" id="{1AAFC50F-D109-FDA9-5305-2FC5B672D63C}"/>
                </a:ext>
              </a:extLst>
            </p:cNvPr>
            <p:cNvSpPr txBox="1">
              <a:spLocks/>
            </p:cNvSpPr>
            <p:nvPr/>
          </p:nvSpPr>
          <p:spPr>
            <a:xfrm>
              <a:off x="1427946" y="4641793"/>
              <a:ext cx="2604801" cy="64633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>
                <a:defRPr sz="1600"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/>
                <a:t>This is a sample text. Insert your desired text here. You can add sample text. This is a sample text.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45396E8-0E0A-B0AD-1FED-B794C806248C}"/>
                </a:ext>
              </a:extLst>
            </p:cNvPr>
            <p:cNvSpPr txBox="1"/>
            <p:nvPr/>
          </p:nvSpPr>
          <p:spPr>
            <a:xfrm>
              <a:off x="1427947" y="4109507"/>
              <a:ext cx="1416853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>
                <a:defRPr b="1"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r>
                <a:rPr lang="en-US" dirty="0"/>
                <a:t>Service 1</a:t>
              </a:r>
            </a:p>
          </p:txBody>
        </p:sp>
      </p:grpSp>
      <p:sp>
        <p:nvSpPr>
          <p:cNvPr id="16" name="Rectangle 18">
            <a:extLst>
              <a:ext uri="{FF2B5EF4-FFF2-40B4-BE49-F238E27FC236}">
                <a16:creationId xmlns:a16="http://schemas.microsoft.com/office/drawing/2014/main" id="{5899AB24-9F3B-E6D9-143C-6C1ED4310251}"/>
              </a:ext>
            </a:extLst>
          </p:cNvPr>
          <p:cNvSpPr txBox="1"/>
          <p:nvPr/>
        </p:nvSpPr>
        <p:spPr>
          <a:xfrm>
            <a:off x="717096" y="2437563"/>
            <a:ext cx="5287464" cy="738664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This is a sample text. Insert your desired text here. You can add sample text. This is a sample text. Insert your desired text here. You can add sample text. This is a sample text.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F882DA2-810D-0322-CA8F-D238697D6337}"/>
              </a:ext>
            </a:extLst>
          </p:cNvPr>
          <p:cNvGrpSpPr/>
          <p:nvPr/>
        </p:nvGrpSpPr>
        <p:grpSpPr>
          <a:xfrm>
            <a:off x="4427289" y="4002244"/>
            <a:ext cx="387685" cy="389170"/>
            <a:chOff x="698129" y="1855795"/>
            <a:chExt cx="387685" cy="389170"/>
          </a:xfrm>
        </p:grpSpPr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8500F3AE-8D4B-956C-0BC0-0A03985CE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129" y="1855795"/>
              <a:ext cx="387685" cy="389170"/>
            </a:xfrm>
            <a:custGeom>
              <a:avLst/>
              <a:gdLst>
                <a:gd name="T0" fmla="*/ 65 w 130"/>
                <a:gd name="T1" fmla="*/ 0 h 131"/>
                <a:gd name="T2" fmla="*/ 0 w 130"/>
                <a:gd name="T3" fmla="*/ 65 h 131"/>
                <a:gd name="T4" fmla="*/ 24 w 130"/>
                <a:gd name="T5" fmla="*/ 116 h 131"/>
                <a:gd name="T6" fmla="*/ 24 w 130"/>
                <a:gd name="T7" fmla="*/ 63 h 131"/>
                <a:gd name="T8" fmla="*/ 29 w 130"/>
                <a:gd name="T9" fmla="*/ 58 h 131"/>
                <a:gd name="T10" fmla="*/ 82 w 130"/>
                <a:gd name="T11" fmla="*/ 58 h 131"/>
                <a:gd name="T12" fmla="*/ 76 w 130"/>
                <a:gd name="T13" fmla="*/ 52 h 131"/>
                <a:gd name="T14" fmla="*/ 76 w 130"/>
                <a:gd name="T15" fmla="*/ 45 h 131"/>
                <a:gd name="T16" fmla="*/ 82 w 130"/>
                <a:gd name="T17" fmla="*/ 45 h 131"/>
                <a:gd name="T18" fmla="*/ 97 w 130"/>
                <a:gd name="T19" fmla="*/ 60 h 131"/>
                <a:gd name="T20" fmla="*/ 97 w 130"/>
                <a:gd name="T21" fmla="*/ 66 h 131"/>
                <a:gd name="T22" fmla="*/ 82 w 130"/>
                <a:gd name="T23" fmla="*/ 80 h 131"/>
                <a:gd name="T24" fmla="*/ 79 w 130"/>
                <a:gd name="T25" fmla="*/ 82 h 131"/>
                <a:gd name="T26" fmla="*/ 76 w 130"/>
                <a:gd name="T27" fmla="*/ 80 h 131"/>
                <a:gd name="T28" fmla="*/ 76 w 130"/>
                <a:gd name="T29" fmla="*/ 74 h 131"/>
                <a:gd name="T30" fmla="*/ 82 w 130"/>
                <a:gd name="T31" fmla="*/ 68 h 131"/>
                <a:gd name="T32" fmla="*/ 34 w 130"/>
                <a:gd name="T33" fmla="*/ 68 h 131"/>
                <a:gd name="T34" fmla="*/ 34 w 130"/>
                <a:gd name="T35" fmla="*/ 122 h 131"/>
                <a:gd name="T36" fmla="*/ 65 w 130"/>
                <a:gd name="T37" fmla="*/ 131 h 131"/>
                <a:gd name="T38" fmla="*/ 130 w 130"/>
                <a:gd name="T39" fmla="*/ 65 h 131"/>
                <a:gd name="T40" fmla="*/ 65 w 130"/>
                <a:gd name="T41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30" h="131">
                  <a:moveTo>
                    <a:pt x="65" y="0"/>
                  </a:moveTo>
                  <a:cubicBezTo>
                    <a:pt x="29" y="0"/>
                    <a:pt x="0" y="29"/>
                    <a:pt x="0" y="65"/>
                  </a:cubicBezTo>
                  <a:cubicBezTo>
                    <a:pt x="0" y="86"/>
                    <a:pt x="9" y="104"/>
                    <a:pt x="24" y="116"/>
                  </a:cubicBezTo>
                  <a:cubicBezTo>
                    <a:pt x="24" y="63"/>
                    <a:pt x="24" y="63"/>
                    <a:pt x="24" y="63"/>
                  </a:cubicBezTo>
                  <a:cubicBezTo>
                    <a:pt x="24" y="60"/>
                    <a:pt x="26" y="58"/>
                    <a:pt x="29" y="58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4" y="50"/>
                    <a:pt x="74" y="47"/>
                    <a:pt x="76" y="45"/>
                  </a:cubicBezTo>
                  <a:cubicBezTo>
                    <a:pt x="78" y="44"/>
                    <a:pt x="81" y="44"/>
                    <a:pt x="82" y="45"/>
                  </a:cubicBezTo>
                  <a:cubicBezTo>
                    <a:pt x="97" y="60"/>
                    <a:pt x="97" y="60"/>
                    <a:pt x="97" y="60"/>
                  </a:cubicBezTo>
                  <a:cubicBezTo>
                    <a:pt x="99" y="61"/>
                    <a:pt x="99" y="64"/>
                    <a:pt x="97" y="66"/>
                  </a:cubicBezTo>
                  <a:cubicBezTo>
                    <a:pt x="82" y="80"/>
                    <a:pt x="82" y="80"/>
                    <a:pt x="82" y="80"/>
                  </a:cubicBezTo>
                  <a:cubicBezTo>
                    <a:pt x="82" y="81"/>
                    <a:pt x="80" y="82"/>
                    <a:pt x="79" y="82"/>
                  </a:cubicBezTo>
                  <a:cubicBezTo>
                    <a:pt x="78" y="82"/>
                    <a:pt x="77" y="81"/>
                    <a:pt x="76" y="80"/>
                  </a:cubicBezTo>
                  <a:cubicBezTo>
                    <a:pt x="74" y="79"/>
                    <a:pt x="74" y="76"/>
                    <a:pt x="76" y="74"/>
                  </a:cubicBezTo>
                  <a:cubicBezTo>
                    <a:pt x="82" y="68"/>
                    <a:pt x="82" y="68"/>
                    <a:pt x="8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122"/>
                    <a:pt x="34" y="122"/>
                    <a:pt x="34" y="122"/>
                  </a:cubicBezTo>
                  <a:cubicBezTo>
                    <a:pt x="43" y="128"/>
                    <a:pt x="54" y="131"/>
                    <a:pt x="65" y="131"/>
                  </a:cubicBezTo>
                  <a:cubicBezTo>
                    <a:pt x="101" y="131"/>
                    <a:pt x="130" y="101"/>
                    <a:pt x="130" y="65"/>
                  </a:cubicBezTo>
                  <a:cubicBezTo>
                    <a:pt x="130" y="29"/>
                    <a:pt x="101" y="0"/>
                    <a:pt x="65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F7408CA6-5D5B-883E-5934-8F4F1DBB35E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427" y="1986509"/>
              <a:ext cx="222807" cy="231719"/>
            </a:xfrm>
            <a:custGeom>
              <a:avLst/>
              <a:gdLst>
                <a:gd name="T0" fmla="*/ 58 w 75"/>
                <a:gd name="T1" fmla="*/ 24 h 78"/>
                <a:gd name="T2" fmla="*/ 52 w 75"/>
                <a:gd name="T3" fmla="*/ 30 h 78"/>
                <a:gd name="T4" fmla="*/ 52 w 75"/>
                <a:gd name="T5" fmla="*/ 36 h 78"/>
                <a:gd name="T6" fmla="*/ 55 w 75"/>
                <a:gd name="T7" fmla="*/ 38 h 78"/>
                <a:gd name="T8" fmla="*/ 58 w 75"/>
                <a:gd name="T9" fmla="*/ 36 h 78"/>
                <a:gd name="T10" fmla="*/ 73 w 75"/>
                <a:gd name="T11" fmla="*/ 22 h 78"/>
                <a:gd name="T12" fmla="*/ 73 w 75"/>
                <a:gd name="T13" fmla="*/ 16 h 78"/>
                <a:gd name="T14" fmla="*/ 58 w 75"/>
                <a:gd name="T15" fmla="*/ 1 h 78"/>
                <a:gd name="T16" fmla="*/ 52 w 75"/>
                <a:gd name="T17" fmla="*/ 1 h 78"/>
                <a:gd name="T18" fmla="*/ 52 w 75"/>
                <a:gd name="T19" fmla="*/ 8 h 78"/>
                <a:gd name="T20" fmla="*/ 58 w 75"/>
                <a:gd name="T21" fmla="*/ 14 h 78"/>
                <a:gd name="T22" fmla="*/ 5 w 75"/>
                <a:gd name="T23" fmla="*/ 14 h 78"/>
                <a:gd name="T24" fmla="*/ 0 w 75"/>
                <a:gd name="T25" fmla="*/ 19 h 78"/>
                <a:gd name="T26" fmla="*/ 0 w 75"/>
                <a:gd name="T27" fmla="*/ 72 h 78"/>
                <a:gd name="T28" fmla="*/ 10 w 75"/>
                <a:gd name="T29" fmla="*/ 78 h 78"/>
                <a:gd name="T30" fmla="*/ 10 w 75"/>
                <a:gd name="T31" fmla="*/ 24 h 78"/>
                <a:gd name="T32" fmla="*/ 58 w 75"/>
                <a:gd name="T33" fmla="*/ 24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5" h="78">
                  <a:moveTo>
                    <a:pt x="58" y="24"/>
                  </a:moveTo>
                  <a:cubicBezTo>
                    <a:pt x="52" y="30"/>
                    <a:pt x="52" y="30"/>
                    <a:pt x="52" y="30"/>
                  </a:cubicBezTo>
                  <a:cubicBezTo>
                    <a:pt x="50" y="32"/>
                    <a:pt x="50" y="35"/>
                    <a:pt x="52" y="36"/>
                  </a:cubicBezTo>
                  <a:cubicBezTo>
                    <a:pt x="53" y="37"/>
                    <a:pt x="54" y="38"/>
                    <a:pt x="55" y="38"/>
                  </a:cubicBezTo>
                  <a:cubicBezTo>
                    <a:pt x="56" y="38"/>
                    <a:pt x="58" y="37"/>
                    <a:pt x="58" y="36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75" y="20"/>
                    <a:pt x="75" y="17"/>
                    <a:pt x="73" y="16"/>
                  </a:cubicBezTo>
                  <a:cubicBezTo>
                    <a:pt x="58" y="1"/>
                    <a:pt x="58" y="1"/>
                    <a:pt x="58" y="1"/>
                  </a:cubicBezTo>
                  <a:cubicBezTo>
                    <a:pt x="57" y="0"/>
                    <a:pt x="54" y="0"/>
                    <a:pt x="52" y="1"/>
                  </a:cubicBezTo>
                  <a:cubicBezTo>
                    <a:pt x="50" y="3"/>
                    <a:pt x="50" y="6"/>
                    <a:pt x="52" y="8"/>
                  </a:cubicBezTo>
                  <a:cubicBezTo>
                    <a:pt x="58" y="14"/>
                    <a:pt x="58" y="14"/>
                    <a:pt x="58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6"/>
                    <a:pt x="0" y="19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74"/>
                    <a:pt x="6" y="77"/>
                    <a:pt x="10" y="78"/>
                  </a:cubicBezTo>
                  <a:cubicBezTo>
                    <a:pt x="10" y="24"/>
                    <a:pt x="10" y="24"/>
                    <a:pt x="10" y="24"/>
                  </a:cubicBezTo>
                  <a:lnTo>
                    <a:pt x="58" y="2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CCD5D220-DCB2-8EA3-37BC-095B3C69A215}"/>
              </a:ext>
            </a:extLst>
          </p:cNvPr>
          <p:cNvGrpSpPr/>
          <p:nvPr/>
        </p:nvGrpSpPr>
        <p:grpSpPr>
          <a:xfrm>
            <a:off x="5159911" y="4109507"/>
            <a:ext cx="2604801" cy="1178617"/>
            <a:chOff x="5159911" y="4109507"/>
            <a:chExt cx="2604801" cy="1178617"/>
          </a:xfrm>
        </p:grpSpPr>
        <p:sp>
          <p:nvSpPr>
            <p:cNvPr id="20" name="Subtitle 2">
              <a:extLst>
                <a:ext uri="{FF2B5EF4-FFF2-40B4-BE49-F238E27FC236}">
                  <a16:creationId xmlns:a16="http://schemas.microsoft.com/office/drawing/2014/main" id="{014AB1BD-4B3B-3560-C7F4-29DA0EE83091}"/>
                </a:ext>
              </a:extLst>
            </p:cNvPr>
            <p:cNvSpPr txBox="1">
              <a:spLocks/>
            </p:cNvSpPr>
            <p:nvPr/>
          </p:nvSpPr>
          <p:spPr>
            <a:xfrm>
              <a:off x="5159911" y="4641793"/>
              <a:ext cx="2604801" cy="64633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>
                <a:defRPr sz="1600"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/>
                <a:t>This is a sample text. Insert your desired text here. You can add sample text. This is a sample text. 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3D99B7D-EAEE-CC77-5655-9BD0258D8167}"/>
                </a:ext>
              </a:extLst>
            </p:cNvPr>
            <p:cNvSpPr txBox="1"/>
            <p:nvPr/>
          </p:nvSpPr>
          <p:spPr>
            <a:xfrm>
              <a:off x="5159912" y="4109507"/>
              <a:ext cx="1416853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>
                <a:defRPr b="1"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r>
                <a:rPr lang="en-US" dirty="0"/>
                <a:t>Service 2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1233D7C-78D4-3D76-8573-F3A9264F903A}"/>
              </a:ext>
            </a:extLst>
          </p:cNvPr>
          <p:cNvGrpSpPr/>
          <p:nvPr/>
        </p:nvGrpSpPr>
        <p:grpSpPr>
          <a:xfrm>
            <a:off x="8159255" y="4002244"/>
            <a:ext cx="387685" cy="389170"/>
            <a:chOff x="698129" y="1855795"/>
            <a:chExt cx="387685" cy="389170"/>
          </a:xfrm>
        </p:grpSpPr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0885074B-ADC7-1E76-A61D-72C4290405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129" y="1855795"/>
              <a:ext cx="387685" cy="389170"/>
            </a:xfrm>
            <a:custGeom>
              <a:avLst/>
              <a:gdLst>
                <a:gd name="T0" fmla="*/ 65 w 130"/>
                <a:gd name="T1" fmla="*/ 0 h 131"/>
                <a:gd name="T2" fmla="*/ 0 w 130"/>
                <a:gd name="T3" fmla="*/ 65 h 131"/>
                <a:gd name="T4" fmla="*/ 24 w 130"/>
                <a:gd name="T5" fmla="*/ 116 h 131"/>
                <a:gd name="T6" fmla="*/ 24 w 130"/>
                <a:gd name="T7" fmla="*/ 63 h 131"/>
                <a:gd name="T8" fmla="*/ 29 w 130"/>
                <a:gd name="T9" fmla="*/ 58 h 131"/>
                <a:gd name="T10" fmla="*/ 82 w 130"/>
                <a:gd name="T11" fmla="*/ 58 h 131"/>
                <a:gd name="T12" fmla="*/ 76 w 130"/>
                <a:gd name="T13" fmla="*/ 52 h 131"/>
                <a:gd name="T14" fmla="*/ 76 w 130"/>
                <a:gd name="T15" fmla="*/ 45 h 131"/>
                <a:gd name="T16" fmla="*/ 82 w 130"/>
                <a:gd name="T17" fmla="*/ 45 h 131"/>
                <a:gd name="T18" fmla="*/ 97 w 130"/>
                <a:gd name="T19" fmla="*/ 60 h 131"/>
                <a:gd name="T20" fmla="*/ 97 w 130"/>
                <a:gd name="T21" fmla="*/ 66 h 131"/>
                <a:gd name="T22" fmla="*/ 82 w 130"/>
                <a:gd name="T23" fmla="*/ 80 h 131"/>
                <a:gd name="T24" fmla="*/ 79 w 130"/>
                <a:gd name="T25" fmla="*/ 82 h 131"/>
                <a:gd name="T26" fmla="*/ 76 w 130"/>
                <a:gd name="T27" fmla="*/ 80 h 131"/>
                <a:gd name="T28" fmla="*/ 76 w 130"/>
                <a:gd name="T29" fmla="*/ 74 h 131"/>
                <a:gd name="T30" fmla="*/ 82 w 130"/>
                <a:gd name="T31" fmla="*/ 68 h 131"/>
                <a:gd name="T32" fmla="*/ 34 w 130"/>
                <a:gd name="T33" fmla="*/ 68 h 131"/>
                <a:gd name="T34" fmla="*/ 34 w 130"/>
                <a:gd name="T35" fmla="*/ 122 h 131"/>
                <a:gd name="T36" fmla="*/ 65 w 130"/>
                <a:gd name="T37" fmla="*/ 131 h 131"/>
                <a:gd name="T38" fmla="*/ 130 w 130"/>
                <a:gd name="T39" fmla="*/ 65 h 131"/>
                <a:gd name="T40" fmla="*/ 65 w 130"/>
                <a:gd name="T41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30" h="131">
                  <a:moveTo>
                    <a:pt x="65" y="0"/>
                  </a:moveTo>
                  <a:cubicBezTo>
                    <a:pt x="29" y="0"/>
                    <a:pt x="0" y="29"/>
                    <a:pt x="0" y="65"/>
                  </a:cubicBezTo>
                  <a:cubicBezTo>
                    <a:pt x="0" y="86"/>
                    <a:pt x="9" y="104"/>
                    <a:pt x="24" y="116"/>
                  </a:cubicBezTo>
                  <a:cubicBezTo>
                    <a:pt x="24" y="63"/>
                    <a:pt x="24" y="63"/>
                    <a:pt x="24" y="63"/>
                  </a:cubicBezTo>
                  <a:cubicBezTo>
                    <a:pt x="24" y="60"/>
                    <a:pt x="26" y="58"/>
                    <a:pt x="29" y="58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4" y="50"/>
                    <a:pt x="74" y="47"/>
                    <a:pt x="76" y="45"/>
                  </a:cubicBezTo>
                  <a:cubicBezTo>
                    <a:pt x="78" y="44"/>
                    <a:pt x="81" y="44"/>
                    <a:pt x="82" y="45"/>
                  </a:cubicBezTo>
                  <a:cubicBezTo>
                    <a:pt x="97" y="60"/>
                    <a:pt x="97" y="60"/>
                    <a:pt x="97" y="60"/>
                  </a:cubicBezTo>
                  <a:cubicBezTo>
                    <a:pt x="99" y="61"/>
                    <a:pt x="99" y="64"/>
                    <a:pt x="97" y="66"/>
                  </a:cubicBezTo>
                  <a:cubicBezTo>
                    <a:pt x="82" y="80"/>
                    <a:pt x="82" y="80"/>
                    <a:pt x="82" y="80"/>
                  </a:cubicBezTo>
                  <a:cubicBezTo>
                    <a:pt x="82" y="81"/>
                    <a:pt x="80" y="82"/>
                    <a:pt x="79" y="82"/>
                  </a:cubicBezTo>
                  <a:cubicBezTo>
                    <a:pt x="78" y="82"/>
                    <a:pt x="77" y="81"/>
                    <a:pt x="76" y="80"/>
                  </a:cubicBezTo>
                  <a:cubicBezTo>
                    <a:pt x="74" y="79"/>
                    <a:pt x="74" y="76"/>
                    <a:pt x="76" y="74"/>
                  </a:cubicBezTo>
                  <a:cubicBezTo>
                    <a:pt x="82" y="68"/>
                    <a:pt x="82" y="68"/>
                    <a:pt x="8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122"/>
                    <a:pt x="34" y="122"/>
                    <a:pt x="34" y="122"/>
                  </a:cubicBezTo>
                  <a:cubicBezTo>
                    <a:pt x="43" y="128"/>
                    <a:pt x="54" y="131"/>
                    <a:pt x="65" y="131"/>
                  </a:cubicBezTo>
                  <a:cubicBezTo>
                    <a:pt x="101" y="131"/>
                    <a:pt x="130" y="101"/>
                    <a:pt x="130" y="65"/>
                  </a:cubicBezTo>
                  <a:cubicBezTo>
                    <a:pt x="130" y="29"/>
                    <a:pt x="101" y="0"/>
                    <a:pt x="65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17">
              <a:extLst>
                <a:ext uri="{FF2B5EF4-FFF2-40B4-BE49-F238E27FC236}">
                  <a16:creationId xmlns:a16="http://schemas.microsoft.com/office/drawing/2014/main" id="{E3383246-39D9-BC6E-9B19-0690EB2BE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427" y="1986509"/>
              <a:ext cx="222807" cy="231719"/>
            </a:xfrm>
            <a:custGeom>
              <a:avLst/>
              <a:gdLst>
                <a:gd name="T0" fmla="*/ 58 w 75"/>
                <a:gd name="T1" fmla="*/ 24 h 78"/>
                <a:gd name="T2" fmla="*/ 52 w 75"/>
                <a:gd name="T3" fmla="*/ 30 h 78"/>
                <a:gd name="T4" fmla="*/ 52 w 75"/>
                <a:gd name="T5" fmla="*/ 36 h 78"/>
                <a:gd name="T6" fmla="*/ 55 w 75"/>
                <a:gd name="T7" fmla="*/ 38 h 78"/>
                <a:gd name="T8" fmla="*/ 58 w 75"/>
                <a:gd name="T9" fmla="*/ 36 h 78"/>
                <a:gd name="T10" fmla="*/ 73 w 75"/>
                <a:gd name="T11" fmla="*/ 22 h 78"/>
                <a:gd name="T12" fmla="*/ 73 w 75"/>
                <a:gd name="T13" fmla="*/ 16 h 78"/>
                <a:gd name="T14" fmla="*/ 58 w 75"/>
                <a:gd name="T15" fmla="*/ 1 h 78"/>
                <a:gd name="T16" fmla="*/ 52 w 75"/>
                <a:gd name="T17" fmla="*/ 1 h 78"/>
                <a:gd name="T18" fmla="*/ 52 w 75"/>
                <a:gd name="T19" fmla="*/ 8 h 78"/>
                <a:gd name="T20" fmla="*/ 58 w 75"/>
                <a:gd name="T21" fmla="*/ 14 h 78"/>
                <a:gd name="T22" fmla="*/ 5 w 75"/>
                <a:gd name="T23" fmla="*/ 14 h 78"/>
                <a:gd name="T24" fmla="*/ 0 w 75"/>
                <a:gd name="T25" fmla="*/ 19 h 78"/>
                <a:gd name="T26" fmla="*/ 0 w 75"/>
                <a:gd name="T27" fmla="*/ 72 h 78"/>
                <a:gd name="T28" fmla="*/ 10 w 75"/>
                <a:gd name="T29" fmla="*/ 78 h 78"/>
                <a:gd name="T30" fmla="*/ 10 w 75"/>
                <a:gd name="T31" fmla="*/ 24 h 78"/>
                <a:gd name="T32" fmla="*/ 58 w 75"/>
                <a:gd name="T33" fmla="*/ 24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5" h="78">
                  <a:moveTo>
                    <a:pt x="58" y="24"/>
                  </a:moveTo>
                  <a:cubicBezTo>
                    <a:pt x="52" y="30"/>
                    <a:pt x="52" y="30"/>
                    <a:pt x="52" y="30"/>
                  </a:cubicBezTo>
                  <a:cubicBezTo>
                    <a:pt x="50" y="32"/>
                    <a:pt x="50" y="35"/>
                    <a:pt x="52" y="36"/>
                  </a:cubicBezTo>
                  <a:cubicBezTo>
                    <a:pt x="53" y="37"/>
                    <a:pt x="54" y="38"/>
                    <a:pt x="55" y="38"/>
                  </a:cubicBezTo>
                  <a:cubicBezTo>
                    <a:pt x="56" y="38"/>
                    <a:pt x="58" y="37"/>
                    <a:pt x="58" y="36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75" y="20"/>
                    <a:pt x="75" y="17"/>
                    <a:pt x="73" y="16"/>
                  </a:cubicBezTo>
                  <a:cubicBezTo>
                    <a:pt x="58" y="1"/>
                    <a:pt x="58" y="1"/>
                    <a:pt x="58" y="1"/>
                  </a:cubicBezTo>
                  <a:cubicBezTo>
                    <a:pt x="57" y="0"/>
                    <a:pt x="54" y="0"/>
                    <a:pt x="52" y="1"/>
                  </a:cubicBezTo>
                  <a:cubicBezTo>
                    <a:pt x="50" y="3"/>
                    <a:pt x="50" y="6"/>
                    <a:pt x="52" y="8"/>
                  </a:cubicBezTo>
                  <a:cubicBezTo>
                    <a:pt x="58" y="14"/>
                    <a:pt x="58" y="14"/>
                    <a:pt x="58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6"/>
                    <a:pt x="0" y="19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74"/>
                    <a:pt x="6" y="77"/>
                    <a:pt x="10" y="78"/>
                  </a:cubicBezTo>
                  <a:cubicBezTo>
                    <a:pt x="10" y="24"/>
                    <a:pt x="10" y="24"/>
                    <a:pt x="10" y="24"/>
                  </a:cubicBezTo>
                  <a:lnTo>
                    <a:pt x="58" y="2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62DBE1F7-52C1-4243-87CD-BECABA56BA4E}"/>
              </a:ext>
            </a:extLst>
          </p:cNvPr>
          <p:cNvGrpSpPr/>
          <p:nvPr/>
        </p:nvGrpSpPr>
        <p:grpSpPr>
          <a:xfrm>
            <a:off x="8891877" y="4109507"/>
            <a:ext cx="2604801" cy="1178617"/>
            <a:chOff x="8891877" y="4109507"/>
            <a:chExt cx="2604801" cy="1178617"/>
          </a:xfrm>
        </p:grpSpPr>
        <p:sp>
          <p:nvSpPr>
            <p:cNvPr id="26" name="Subtitle 2">
              <a:extLst>
                <a:ext uri="{FF2B5EF4-FFF2-40B4-BE49-F238E27FC236}">
                  <a16:creationId xmlns:a16="http://schemas.microsoft.com/office/drawing/2014/main" id="{D54A2765-40E8-1581-A79C-B82EF9478415}"/>
                </a:ext>
              </a:extLst>
            </p:cNvPr>
            <p:cNvSpPr txBox="1">
              <a:spLocks/>
            </p:cNvSpPr>
            <p:nvPr/>
          </p:nvSpPr>
          <p:spPr>
            <a:xfrm>
              <a:off x="8891877" y="4641793"/>
              <a:ext cx="2604801" cy="64633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>
                <a:defRPr sz="1600"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/>
                <a:t>This is a sample text. Insert your desired text here. You can add sample text. This is a sample text. 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121E161-1781-DB74-B1B2-C86B428D3E7E}"/>
                </a:ext>
              </a:extLst>
            </p:cNvPr>
            <p:cNvSpPr txBox="1"/>
            <p:nvPr/>
          </p:nvSpPr>
          <p:spPr>
            <a:xfrm>
              <a:off x="8891878" y="4109507"/>
              <a:ext cx="1416853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>
                <a:defRPr b="1"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r>
                <a:rPr lang="en-US" dirty="0"/>
                <a:t>Service 3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F410808-4C78-FF29-6C8B-279FE7F51D88}"/>
              </a:ext>
            </a:extLst>
          </p:cNvPr>
          <p:cNvGrpSpPr/>
          <p:nvPr/>
        </p:nvGrpSpPr>
        <p:grpSpPr>
          <a:xfrm>
            <a:off x="1427947" y="5603366"/>
            <a:ext cx="2902753" cy="711907"/>
            <a:chOff x="695323" y="4865178"/>
            <a:chExt cx="4226902" cy="1036658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25EF182-3605-8364-B0FB-F58A30259F76}"/>
                </a:ext>
              </a:extLst>
            </p:cNvPr>
            <p:cNvSpPr txBox="1"/>
            <p:nvPr/>
          </p:nvSpPr>
          <p:spPr>
            <a:xfrm>
              <a:off x="1390522" y="4884669"/>
              <a:ext cx="3531703" cy="35854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Open Sans" panose="020B0606030504020204" pitchFamily="34" charset="0"/>
                  <a:cs typeface="Segoe UI" panose="020B0502040204020203" pitchFamily="34" charset="0"/>
                </a:rPr>
                <a:t>This is a sample text. </a:t>
              </a: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AA5FCCFD-3B89-975D-CF36-3DB40A0BF791}"/>
                </a:ext>
              </a:extLst>
            </p:cNvPr>
            <p:cNvGrpSpPr/>
            <p:nvPr/>
          </p:nvGrpSpPr>
          <p:grpSpPr>
            <a:xfrm>
              <a:off x="695323" y="4865178"/>
              <a:ext cx="397510" cy="397510"/>
              <a:chOff x="1762125" y="3442676"/>
              <a:chExt cx="397510" cy="397510"/>
            </a:xfrm>
          </p:grpSpPr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CF77CEF1-EE1F-D985-A57D-AC749CAB1310}"/>
                  </a:ext>
                </a:extLst>
              </p:cNvPr>
              <p:cNvSpPr/>
              <p:nvPr/>
            </p:nvSpPr>
            <p:spPr>
              <a:xfrm>
                <a:off x="1762125" y="3442676"/>
                <a:ext cx="397510" cy="397510"/>
              </a:xfrm>
              <a:prstGeom prst="roundRect">
                <a:avLst>
                  <a:gd name="adj" fmla="val 29154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228600" dist="152400" dir="3000000" algn="t" rotWithShape="0">
                  <a:schemeClr val="tx1">
                    <a:alpha val="1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E78E1C73-9758-229F-1A2D-8B24882ACF59}"/>
                  </a:ext>
                </a:extLst>
              </p:cNvPr>
              <p:cNvSpPr/>
              <p:nvPr/>
            </p:nvSpPr>
            <p:spPr>
              <a:xfrm>
                <a:off x="1847893" y="3528445"/>
                <a:ext cx="225969" cy="225969"/>
              </a:xfrm>
              <a:prstGeom prst="rect">
                <a:avLst/>
              </a:prstGeom>
              <a:blipFill>
                <a:blip r:embed="rId4" cstate="screen">
                  <a:duotone>
                    <a:schemeClr val="accent2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5551442-7D85-3177-5A33-EF34F14A6CC4}"/>
                </a:ext>
              </a:extLst>
            </p:cNvPr>
            <p:cNvSpPr txBox="1"/>
            <p:nvPr/>
          </p:nvSpPr>
          <p:spPr>
            <a:xfrm>
              <a:off x="1390522" y="5523811"/>
              <a:ext cx="3491064" cy="35854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Open Sans" panose="020B0606030504020204" pitchFamily="34" charset="0"/>
                  <a:cs typeface="Segoe UI" panose="020B0502040204020203" pitchFamily="34" charset="0"/>
                </a:rPr>
                <a:t>You can add sample text. </a:t>
              </a: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0019DF5-15F1-FFA4-F7A3-C0E354B1209F}"/>
                </a:ext>
              </a:extLst>
            </p:cNvPr>
            <p:cNvGrpSpPr/>
            <p:nvPr/>
          </p:nvGrpSpPr>
          <p:grpSpPr>
            <a:xfrm>
              <a:off x="695323" y="5504326"/>
              <a:ext cx="397510" cy="397510"/>
              <a:chOff x="1762125" y="4304842"/>
              <a:chExt cx="397510" cy="397510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610120AB-DE64-3764-395E-023E49B64C97}"/>
                  </a:ext>
                </a:extLst>
              </p:cNvPr>
              <p:cNvSpPr/>
              <p:nvPr/>
            </p:nvSpPr>
            <p:spPr>
              <a:xfrm>
                <a:off x="1762125" y="4304842"/>
                <a:ext cx="397510" cy="397510"/>
              </a:xfrm>
              <a:prstGeom prst="roundRect">
                <a:avLst>
                  <a:gd name="adj" fmla="val 29154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228600" dist="152400" dir="3000000" algn="t" rotWithShape="0">
                  <a:schemeClr val="tx1">
                    <a:alpha val="1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CD133C83-7624-B303-A592-6AE3D7710DA3}"/>
                  </a:ext>
                </a:extLst>
              </p:cNvPr>
              <p:cNvSpPr/>
              <p:nvPr/>
            </p:nvSpPr>
            <p:spPr>
              <a:xfrm>
                <a:off x="1847894" y="4390612"/>
                <a:ext cx="225969" cy="225969"/>
              </a:xfrm>
              <a:prstGeom prst="rect">
                <a:avLst/>
              </a:prstGeom>
              <a:blipFill>
                <a:blip r:embed="rId4" cstate="screen">
                  <a:duotone>
                    <a:schemeClr val="accent2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D2977E8-3DD7-27B7-63AD-B69ABCAB03AC}"/>
              </a:ext>
            </a:extLst>
          </p:cNvPr>
          <p:cNvGrpSpPr/>
          <p:nvPr/>
        </p:nvGrpSpPr>
        <p:grpSpPr>
          <a:xfrm>
            <a:off x="5159911" y="5603366"/>
            <a:ext cx="2902753" cy="711907"/>
            <a:chOff x="695323" y="4865178"/>
            <a:chExt cx="4226902" cy="1036658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9C2EA7F-9056-6BFA-D400-4302BCE31143}"/>
                </a:ext>
              </a:extLst>
            </p:cNvPr>
            <p:cNvSpPr txBox="1"/>
            <p:nvPr/>
          </p:nvSpPr>
          <p:spPr>
            <a:xfrm>
              <a:off x="1390522" y="4884669"/>
              <a:ext cx="3531703" cy="35854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Open Sans" panose="020B0606030504020204" pitchFamily="34" charset="0"/>
                  <a:cs typeface="Segoe UI" panose="020B0502040204020203" pitchFamily="34" charset="0"/>
                </a:rPr>
                <a:t>This is a sample text. </a:t>
              </a:r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56EF7AB2-2F12-5B7C-3AC3-D200C5F02FF1}"/>
                </a:ext>
              </a:extLst>
            </p:cNvPr>
            <p:cNvGrpSpPr/>
            <p:nvPr/>
          </p:nvGrpSpPr>
          <p:grpSpPr>
            <a:xfrm>
              <a:off x="695323" y="4865178"/>
              <a:ext cx="397510" cy="397510"/>
              <a:chOff x="1762125" y="3442676"/>
              <a:chExt cx="397510" cy="397510"/>
            </a:xfrm>
          </p:grpSpPr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00B69784-A4C0-DE56-2FE1-AB00BB6B6925}"/>
                  </a:ext>
                </a:extLst>
              </p:cNvPr>
              <p:cNvSpPr/>
              <p:nvPr/>
            </p:nvSpPr>
            <p:spPr>
              <a:xfrm>
                <a:off x="1762125" y="3442676"/>
                <a:ext cx="397510" cy="397510"/>
              </a:xfrm>
              <a:prstGeom prst="roundRect">
                <a:avLst>
                  <a:gd name="adj" fmla="val 29154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228600" dist="152400" dir="3000000" algn="t" rotWithShape="0">
                  <a:schemeClr val="tx1">
                    <a:alpha val="1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8529FB3D-A71D-939F-D12A-05DCD6DF5C1F}"/>
                  </a:ext>
                </a:extLst>
              </p:cNvPr>
              <p:cNvSpPr/>
              <p:nvPr/>
            </p:nvSpPr>
            <p:spPr>
              <a:xfrm>
                <a:off x="1847893" y="3528445"/>
                <a:ext cx="225969" cy="225969"/>
              </a:xfrm>
              <a:prstGeom prst="rect">
                <a:avLst/>
              </a:prstGeom>
              <a:blipFill>
                <a:blip r:embed="rId4" cstate="screen">
                  <a:duotone>
                    <a:schemeClr val="accent2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6653A90-602E-F848-505C-61FE50CBB9F6}"/>
                </a:ext>
              </a:extLst>
            </p:cNvPr>
            <p:cNvSpPr txBox="1"/>
            <p:nvPr/>
          </p:nvSpPr>
          <p:spPr>
            <a:xfrm>
              <a:off x="1390522" y="5523811"/>
              <a:ext cx="3491064" cy="35854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Open Sans" panose="020B0606030504020204" pitchFamily="34" charset="0"/>
                  <a:cs typeface="Segoe UI" panose="020B0502040204020203" pitchFamily="34" charset="0"/>
                </a:rPr>
                <a:t>You can add sample text. </a:t>
              </a:r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24DC10B3-0A1C-D817-2FCB-4BC60CF238C1}"/>
                </a:ext>
              </a:extLst>
            </p:cNvPr>
            <p:cNvGrpSpPr/>
            <p:nvPr/>
          </p:nvGrpSpPr>
          <p:grpSpPr>
            <a:xfrm>
              <a:off x="695323" y="5504326"/>
              <a:ext cx="397510" cy="397510"/>
              <a:chOff x="1762125" y="4304842"/>
              <a:chExt cx="397510" cy="397510"/>
            </a:xfrm>
          </p:grpSpPr>
          <p:sp>
            <p:nvSpPr>
              <p:cNvPr id="67" name="Rectangle: Rounded Corners 66">
                <a:extLst>
                  <a:ext uri="{FF2B5EF4-FFF2-40B4-BE49-F238E27FC236}">
                    <a16:creationId xmlns:a16="http://schemas.microsoft.com/office/drawing/2014/main" id="{BD0F9266-3C82-E951-4AE7-CB39D2AF0730}"/>
                  </a:ext>
                </a:extLst>
              </p:cNvPr>
              <p:cNvSpPr/>
              <p:nvPr/>
            </p:nvSpPr>
            <p:spPr>
              <a:xfrm>
                <a:off x="1762125" y="4304842"/>
                <a:ext cx="397510" cy="397510"/>
              </a:xfrm>
              <a:prstGeom prst="roundRect">
                <a:avLst>
                  <a:gd name="adj" fmla="val 29154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228600" dist="152400" dir="3000000" algn="t" rotWithShape="0">
                  <a:schemeClr val="tx1">
                    <a:alpha val="1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837FB1E9-2B03-D165-6A0A-794FB137BE22}"/>
                  </a:ext>
                </a:extLst>
              </p:cNvPr>
              <p:cNvSpPr/>
              <p:nvPr/>
            </p:nvSpPr>
            <p:spPr>
              <a:xfrm>
                <a:off x="1847894" y="4390612"/>
                <a:ext cx="225969" cy="225969"/>
              </a:xfrm>
              <a:prstGeom prst="rect">
                <a:avLst/>
              </a:prstGeom>
              <a:blipFill>
                <a:blip r:embed="rId4" cstate="screen">
                  <a:duotone>
                    <a:schemeClr val="accent2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E6C2E79-479E-67D6-5D2D-8B2CC4181CB4}"/>
              </a:ext>
            </a:extLst>
          </p:cNvPr>
          <p:cNvGrpSpPr/>
          <p:nvPr/>
        </p:nvGrpSpPr>
        <p:grpSpPr>
          <a:xfrm>
            <a:off x="8891877" y="5603366"/>
            <a:ext cx="2902753" cy="711907"/>
            <a:chOff x="695323" y="4865178"/>
            <a:chExt cx="4226902" cy="1036658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B36D56B-E7A0-774E-FE48-BA25447D0AB9}"/>
                </a:ext>
              </a:extLst>
            </p:cNvPr>
            <p:cNvSpPr txBox="1"/>
            <p:nvPr/>
          </p:nvSpPr>
          <p:spPr>
            <a:xfrm>
              <a:off x="1390522" y="4884669"/>
              <a:ext cx="3531703" cy="35854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Open Sans" panose="020B0606030504020204" pitchFamily="34" charset="0"/>
                  <a:cs typeface="Segoe UI" panose="020B0502040204020203" pitchFamily="34" charset="0"/>
                </a:rPr>
                <a:t>This is a sample text. </a:t>
              </a:r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1D4B7E47-C2C3-D8CD-B31A-906FFB183AFD}"/>
                </a:ext>
              </a:extLst>
            </p:cNvPr>
            <p:cNvGrpSpPr/>
            <p:nvPr/>
          </p:nvGrpSpPr>
          <p:grpSpPr>
            <a:xfrm>
              <a:off x="695323" y="4865178"/>
              <a:ext cx="397510" cy="397510"/>
              <a:chOff x="1762125" y="3442676"/>
              <a:chExt cx="397510" cy="397510"/>
            </a:xfrm>
          </p:grpSpPr>
          <p:sp>
            <p:nvSpPr>
              <p:cNvPr id="78" name="Rectangle: Rounded Corners 77">
                <a:extLst>
                  <a:ext uri="{FF2B5EF4-FFF2-40B4-BE49-F238E27FC236}">
                    <a16:creationId xmlns:a16="http://schemas.microsoft.com/office/drawing/2014/main" id="{9E0E5EE8-963F-0620-DEE2-57D608612A9C}"/>
                  </a:ext>
                </a:extLst>
              </p:cNvPr>
              <p:cNvSpPr/>
              <p:nvPr/>
            </p:nvSpPr>
            <p:spPr>
              <a:xfrm>
                <a:off x="1762125" y="3442676"/>
                <a:ext cx="397510" cy="397510"/>
              </a:xfrm>
              <a:prstGeom prst="roundRect">
                <a:avLst>
                  <a:gd name="adj" fmla="val 29154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228600" dist="152400" dir="3000000" algn="t" rotWithShape="0">
                  <a:schemeClr val="tx1">
                    <a:alpha val="1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D4BE0CBD-89E1-2231-969C-6AD51E647684}"/>
                  </a:ext>
                </a:extLst>
              </p:cNvPr>
              <p:cNvSpPr/>
              <p:nvPr/>
            </p:nvSpPr>
            <p:spPr>
              <a:xfrm>
                <a:off x="1847893" y="3528445"/>
                <a:ext cx="225969" cy="225969"/>
              </a:xfrm>
              <a:prstGeom prst="rect">
                <a:avLst/>
              </a:prstGeom>
              <a:blipFill>
                <a:blip r:embed="rId4" cstate="screen">
                  <a:duotone>
                    <a:schemeClr val="accent2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0A1539AA-8759-05E5-FAF3-C38FC46076EA}"/>
                </a:ext>
              </a:extLst>
            </p:cNvPr>
            <p:cNvSpPr txBox="1"/>
            <p:nvPr/>
          </p:nvSpPr>
          <p:spPr>
            <a:xfrm>
              <a:off x="1390522" y="5523811"/>
              <a:ext cx="3491064" cy="35854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Open Sans" panose="020B0606030504020204" pitchFamily="34" charset="0"/>
                  <a:cs typeface="Segoe UI" panose="020B0502040204020203" pitchFamily="34" charset="0"/>
                </a:rPr>
                <a:t>You can add sample text. </a:t>
              </a: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CA51CF25-7A57-134A-4E3F-0492F399FDEB}"/>
                </a:ext>
              </a:extLst>
            </p:cNvPr>
            <p:cNvGrpSpPr/>
            <p:nvPr/>
          </p:nvGrpSpPr>
          <p:grpSpPr>
            <a:xfrm>
              <a:off x="695323" y="5504326"/>
              <a:ext cx="397510" cy="397510"/>
              <a:chOff x="1762125" y="4304842"/>
              <a:chExt cx="397510" cy="397510"/>
            </a:xfrm>
          </p:grpSpPr>
          <p:sp>
            <p:nvSpPr>
              <p:cNvPr id="76" name="Rectangle: Rounded Corners 75">
                <a:extLst>
                  <a:ext uri="{FF2B5EF4-FFF2-40B4-BE49-F238E27FC236}">
                    <a16:creationId xmlns:a16="http://schemas.microsoft.com/office/drawing/2014/main" id="{EA193BAA-84C0-1272-0570-B555EC8E9A2E}"/>
                  </a:ext>
                </a:extLst>
              </p:cNvPr>
              <p:cNvSpPr/>
              <p:nvPr/>
            </p:nvSpPr>
            <p:spPr>
              <a:xfrm>
                <a:off x="1762125" y="4304842"/>
                <a:ext cx="397510" cy="397510"/>
              </a:xfrm>
              <a:prstGeom prst="roundRect">
                <a:avLst>
                  <a:gd name="adj" fmla="val 29154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228600" dist="152400" dir="3000000" algn="t" rotWithShape="0">
                  <a:schemeClr val="tx1">
                    <a:alpha val="1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7EC07D01-EC7D-B29D-A5AA-304D288FA5FE}"/>
                  </a:ext>
                </a:extLst>
              </p:cNvPr>
              <p:cNvSpPr/>
              <p:nvPr/>
            </p:nvSpPr>
            <p:spPr>
              <a:xfrm>
                <a:off x="1847894" y="4390612"/>
                <a:ext cx="225969" cy="225969"/>
              </a:xfrm>
              <a:prstGeom prst="rect">
                <a:avLst/>
              </a:prstGeom>
              <a:blipFill>
                <a:blip r:embed="rId4" cstate="screen">
                  <a:duotone>
                    <a:schemeClr val="accent2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50493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0000" decel="4000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333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15D8A41-74C1-E59A-ED6F-41766D210C69}"/>
              </a:ext>
            </a:extLst>
          </p:cNvPr>
          <p:cNvSpPr/>
          <p:nvPr/>
        </p:nvSpPr>
        <p:spPr>
          <a:xfrm rot="16200000">
            <a:off x="6923505" y="1524000"/>
            <a:ext cx="6858000" cy="381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ECEC734-E80F-BC59-2BA9-E1569DA34ED3}"/>
              </a:ext>
            </a:extLst>
          </p:cNvPr>
          <p:cNvSpPr/>
          <p:nvPr/>
        </p:nvSpPr>
        <p:spPr>
          <a:xfrm rot="16200000">
            <a:off x="7369082" y="1930154"/>
            <a:ext cx="2156847" cy="2274135"/>
          </a:xfrm>
          <a:prstGeom prst="roundRect">
            <a:avLst>
              <a:gd name="adj" fmla="val 960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A1CCAC-11C9-F9C2-68F8-5DE5F53ADE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5" y="979488"/>
            <a:ext cx="8037513" cy="553998"/>
          </a:xfrm>
        </p:spPr>
        <p:txBody>
          <a:bodyPr/>
          <a:lstStyle/>
          <a:p>
            <a:r>
              <a:rPr lang="es-ES_tradnl" noProof="1"/>
              <a:t>Heatmap de valores perdidos</a:t>
            </a:r>
          </a:p>
        </p:txBody>
      </p:sp>
      <p:pic>
        <p:nvPicPr>
          <p:cNvPr id="27" name="Picture Placeholder 26">
            <a:extLst>
              <a:ext uri="{FF2B5EF4-FFF2-40B4-BE49-F238E27FC236}">
                <a16:creationId xmlns:a16="http://schemas.microsoft.com/office/drawing/2014/main" id="{F093771A-4653-D8CA-C8F7-396DD1AE592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43468" y="1310317"/>
            <a:ext cx="4907960" cy="4907959"/>
          </a:xfrm>
        </p:spPr>
      </p:pic>
      <p:sp>
        <p:nvSpPr>
          <p:cNvPr id="7" name="Rectangle 18">
            <a:extLst>
              <a:ext uri="{FF2B5EF4-FFF2-40B4-BE49-F238E27FC236}">
                <a16:creationId xmlns:a16="http://schemas.microsoft.com/office/drawing/2014/main" id="{7B80738D-FB74-1ED7-9943-435FDC6372C0}"/>
              </a:ext>
            </a:extLst>
          </p:cNvPr>
          <p:cNvSpPr txBox="1"/>
          <p:nvPr/>
        </p:nvSpPr>
        <p:spPr>
          <a:xfrm>
            <a:off x="695324" y="2306929"/>
            <a:ext cx="5761920" cy="492443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This is a sample text. Insert your desired text here. You can add sample text. This is a sample text. Insert your sample text here.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38A3CE7-30D6-AA8D-477E-8D2C5BFB8A6E}"/>
              </a:ext>
            </a:extLst>
          </p:cNvPr>
          <p:cNvCxnSpPr>
            <a:cxnSpLocks/>
          </p:cNvCxnSpPr>
          <p:nvPr/>
        </p:nvCxnSpPr>
        <p:spPr>
          <a:xfrm>
            <a:off x="0" y="4408104"/>
            <a:ext cx="2529840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9D2D76C-B77A-EC6E-EFBB-88BA3B9CF802}"/>
              </a:ext>
            </a:extLst>
          </p:cNvPr>
          <p:cNvGrpSpPr/>
          <p:nvPr/>
        </p:nvGrpSpPr>
        <p:grpSpPr>
          <a:xfrm>
            <a:off x="695323" y="4579433"/>
            <a:ext cx="2633441" cy="1884123"/>
            <a:chOff x="695323" y="3994523"/>
            <a:chExt cx="2633441" cy="188412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B7D4E89-BF20-5EE0-29FE-DBECE18A885E}"/>
                </a:ext>
              </a:extLst>
            </p:cNvPr>
            <p:cNvSpPr txBox="1"/>
            <p:nvPr/>
          </p:nvSpPr>
          <p:spPr>
            <a:xfrm>
              <a:off x="695324" y="4240744"/>
              <a:ext cx="2006960" cy="73866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800" b="1" dirty="0">
                  <a:solidFill>
                    <a:schemeClr val="accent2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$300M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876F257-B750-586B-5997-6AAEBBFC16DD}"/>
                </a:ext>
              </a:extLst>
            </p:cNvPr>
            <p:cNvSpPr/>
            <p:nvPr/>
          </p:nvSpPr>
          <p:spPr>
            <a:xfrm>
              <a:off x="695323" y="5232315"/>
              <a:ext cx="2633441" cy="64633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n-US" sz="1400" i="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Segoe UI" panose="020B0502040204020203" pitchFamily="34" charset="0"/>
                  <a:ea typeface="Open Sans" panose="020B0606030504020204" pitchFamily="34" charset="0"/>
                  <a:cs typeface="Segoe UI" panose="020B0502040204020203" pitchFamily="34" charset="0"/>
                </a:rPr>
                <a:t>This is a sample text. Insert your desired text here. You can add sample text. Insert your text here. 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34A0CCC-36AA-54D9-39EF-14F07EC953B0}"/>
                </a:ext>
              </a:extLst>
            </p:cNvPr>
            <p:cNvSpPr txBox="1"/>
            <p:nvPr/>
          </p:nvSpPr>
          <p:spPr>
            <a:xfrm>
              <a:off x="695324" y="3994523"/>
              <a:ext cx="171259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>
                  <a:latin typeface="Segoe UI" panose="020B0502040204020203" pitchFamily="34" charset="0"/>
                  <a:ea typeface="Open Sans" panose="020B0606030504020204" pitchFamily="34" charset="0"/>
                  <a:cs typeface="Segoe UI" panose="020B0502040204020203" pitchFamily="34" charset="0"/>
                </a:rPr>
                <a:t>Key Benefit 1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04C2924-4804-F585-33AD-9A746FEAAA81}"/>
              </a:ext>
            </a:extLst>
          </p:cNvPr>
          <p:cNvGrpSpPr/>
          <p:nvPr/>
        </p:nvGrpSpPr>
        <p:grpSpPr>
          <a:xfrm>
            <a:off x="3632931" y="4579433"/>
            <a:ext cx="2633441" cy="1884123"/>
            <a:chOff x="3462558" y="3994523"/>
            <a:chExt cx="2633441" cy="1884123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1A39348-CC95-97E4-4B08-FE5FB35D591F}"/>
                </a:ext>
              </a:extLst>
            </p:cNvPr>
            <p:cNvSpPr txBox="1"/>
            <p:nvPr/>
          </p:nvSpPr>
          <p:spPr>
            <a:xfrm>
              <a:off x="3462559" y="4240744"/>
              <a:ext cx="1465145" cy="73866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800" b="1" dirty="0">
                  <a:solidFill>
                    <a:schemeClr val="accent2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5.6M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31E491A-49C5-D03D-2C4C-72FD9E78AA7F}"/>
                </a:ext>
              </a:extLst>
            </p:cNvPr>
            <p:cNvSpPr/>
            <p:nvPr/>
          </p:nvSpPr>
          <p:spPr>
            <a:xfrm>
              <a:off x="3462558" y="5232315"/>
              <a:ext cx="2633441" cy="64633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n-US" sz="1400" i="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Segoe UI" panose="020B0502040204020203" pitchFamily="34" charset="0"/>
                  <a:ea typeface="Open Sans" panose="020B0606030504020204" pitchFamily="34" charset="0"/>
                  <a:cs typeface="Segoe UI" panose="020B0502040204020203" pitchFamily="34" charset="0"/>
                </a:rPr>
                <a:t>This is a sample text. Insert your desired text here. You can add sample text. Insert your text here. 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C83CCC6-F442-C63F-A8C9-F908A6458D80}"/>
                </a:ext>
              </a:extLst>
            </p:cNvPr>
            <p:cNvSpPr txBox="1"/>
            <p:nvPr/>
          </p:nvSpPr>
          <p:spPr>
            <a:xfrm>
              <a:off x="3462558" y="3994523"/>
              <a:ext cx="171259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>
                  <a:latin typeface="Segoe UI" panose="020B0502040204020203" pitchFamily="34" charset="0"/>
                  <a:ea typeface="Open Sans" panose="020B0606030504020204" pitchFamily="34" charset="0"/>
                  <a:cs typeface="Segoe UI" panose="020B0502040204020203" pitchFamily="34" charset="0"/>
                </a:rPr>
                <a:t>Key Benefit 2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8D440D5-80A6-DDB2-E2CB-257C230E9718}"/>
              </a:ext>
            </a:extLst>
          </p:cNvPr>
          <p:cNvSpPr txBox="1"/>
          <p:nvPr/>
        </p:nvSpPr>
        <p:spPr>
          <a:xfrm>
            <a:off x="1444431" y="1899420"/>
            <a:ext cx="2131853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000" b="1" dirty="0">
                <a:solidFill>
                  <a:schemeClr val="accent1"/>
                </a:solidFill>
              </a:rPr>
              <a:t>Pain Point</a:t>
            </a:r>
            <a:endParaRPr lang="es-ES" sz="2000" b="1" dirty="0">
              <a:solidFill>
                <a:schemeClr val="accent1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5887107-0A27-684C-DF84-7D82D6224C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8793" y="1678297"/>
            <a:ext cx="503802" cy="50380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BCD642D-28CA-4B0E-32DE-D76777E6FE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6099" y="2924202"/>
            <a:ext cx="409190" cy="409190"/>
          </a:xfrm>
          <a:prstGeom prst="rect">
            <a:avLst/>
          </a:prstGeom>
        </p:spPr>
      </p:pic>
      <p:sp>
        <p:nvSpPr>
          <p:cNvPr id="9" name="Rectangle 18">
            <a:extLst>
              <a:ext uri="{FF2B5EF4-FFF2-40B4-BE49-F238E27FC236}">
                <a16:creationId xmlns:a16="http://schemas.microsoft.com/office/drawing/2014/main" id="{6C961624-A1CC-48C7-F884-9A3D2ECB1CA1}"/>
              </a:ext>
            </a:extLst>
          </p:cNvPr>
          <p:cNvSpPr txBox="1"/>
          <p:nvPr/>
        </p:nvSpPr>
        <p:spPr>
          <a:xfrm>
            <a:off x="696568" y="3433125"/>
            <a:ext cx="5761920" cy="492443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This is a sample text. Insert your desired text here. You can add sample text. This is a sample text. Insert your sample text here.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7768BC-55B5-D66C-E39E-5AC047BD1136}"/>
              </a:ext>
            </a:extLst>
          </p:cNvPr>
          <p:cNvSpPr txBox="1"/>
          <p:nvPr/>
        </p:nvSpPr>
        <p:spPr>
          <a:xfrm>
            <a:off x="1445675" y="3025616"/>
            <a:ext cx="2131853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000" b="1" dirty="0">
                <a:solidFill>
                  <a:schemeClr val="accent1"/>
                </a:solidFill>
              </a:rPr>
              <a:t>Our Solution</a:t>
            </a:r>
            <a:endParaRPr lang="es-ES" sz="20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380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333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1" accel="10000" decel="4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accel="10000" decel="4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accel="10000" decel="40000" fill="hold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" grpId="0"/>
      <p:bldP spid="7" grpId="0"/>
      <p:bldP spid="3" grpId="0"/>
      <p:bldP spid="9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45F40CE-4690-3E91-D872-D15946605FCA}"/>
              </a:ext>
            </a:extLst>
          </p:cNvPr>
          <p:cNvSpPr/>
          <p:nvPr/>
        </p:nvSpPr>
        <p:spPr>
          <a:xfrm>
            <a:off x="6916198" y="2289936"/>
            <a:ext cx="1565783" cy="1339659"/>
          </a:xfrm>
          <a:custGeom>
            <a:avLst/>
            <a:gdLst>
              <a:gd name="connsiteX0" fmla="*/ 782892 w 1565783"/>
              <a:gd name="connsiteY0" fmla="*/ 0 h 1339659"/>
              <a:gd name="connsiteX1" fmla="*/ 0 w 1565783"/>
              <a:gd name="connsiteY1" fmla="*/ 1339660 h 1339659"/>
              <a:gd name="connsiteX2" fmla="*/ 1565783 w 1565783"/>
              <a:gd name="connsiteY2" fmla="*/ 1339660 h 1339659"/>
              <a:gd name="connsiteX3" fmla="*/ 782892 w 1565783"/>
              <a:gd name="connsiteY3" fmla="*/ 0 h 133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65783" h="1339659">
                <a:moveTo>
                  <a:pt x="782892" y="0"/>
                </a:moveTo>
                <a:lnTo>
                  <a:pt x="0" y="1339660"/>
                </a:lnTo>
                <a:lnTo>
                  <a:pt x="1565783" y="1339660"/>
                </a:lnTo>
                <a:lnTo>
                  <a:pt x="782892" y="0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B1F7234-3ED5-9B62-CDB2-22C25604311E}"/>
              </a:ext>
            </a:extLst>
          </p:cNvPr>
          <p:cNvSpPr/>
          <p:nvPr/>
        </p:nvSpPr>
        <p:spPr>
          <a:xfrm>
            <a:off x="7394608" y="3629596"/>
            <a:ext cx="1087374" cy="930338"/>
          </a:xfrm>
          <a:custGeom>
            <a:avLst/>
            <a:gdLst>
              <a:gd name="connsiteX0" fmla="*/ 543687 w 1087374"/>
              <a:gd name="connsiteY0" fmla="*/ 930338 h 930338"/>
              <a:gd name="connsiteX1" fmla="*/ 1087374 w 1087374"/>
              <a:gd name="connsiteY1" fmla="*/ 0 h 930338"/>
              <a:gd name="connsiteX2" fmla="*/ 0 w 1087374"/>
              <a:gd name="connsiteY2" fmla="*/ 0 h 930338"/>
              <a:gd name="connsiteX3" fmla="*/ 543687 w 1087374"/>
              <a:gd name="connsiteY3" fmla="*/ 930338 h 930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7374" h="930338">
                <a:moveTo>
                  <a:pt x="543687" y="930338"/>
                </a:moveTo>
                <a:lnTo>
                  <a:pt x="1087374" y="0"/>
                </a:lnTo>
                <a:lnTo>
                  <a:pt x="0" y="0"/>
                </a:lnTo>
                <a:lnTo>
                  <a:pt x="543687" y="930338"/>
                </a:ln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CE5341-E20D-9865-A1B1-D8EE5EF06A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4" y="979698"/>
            <a:ext cx="5400676" cy="1099222"/>
          </a:xfrm>
        </p:spPr>
        <p:txBody>
          <a:bodyPr/>
          <a:lstStyle/>
          <a:p>
            <a:r>
              <a:rPr lang="es-ES_tradnl" noProof="1"/>
              <a:t>Correlación de valores perdidos</a:t>
            </a:r>
          </a:p>
        </p:txBody>
      </p:sp>
      <p:pic>
        <p:nvPicPr>
          <p:cNvPr id="41" name="Picture Placeholder 40">
            <a:extLst>
              <a:ext uri="{FF2B5EF4-FFF2-40B4-BE49-F238E27FC236}">
                <a16:creationId xmlns:a16="http://schemas.microsoft.com/office/drawing/2014/main" id="{8AC07181-603C-D644-82D8-9AC92322810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92825" y="824358"/>
            <a:ext cx="5599176" cy="6033643"/>
          </a:xfr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3DF0783-4044-AA0E-B4C8-56DB28C681B0}"/>
              </a:ext>
            </a:extLst>
          </p:cNvPr>
          <p:cNvCxnSpPr/>
          <p:nvPr/>
        </p:nvCxnSpPr>
        <p:spPr>
          <a:xfrm>
            <a:off x="637032" y="3455368"/>
            <a:ext cx="534924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CB226FE-8A53-FBAB-BEFF-514DC675A2DA}"/>
              </a:ext>
            </a:extLst>
          </p:cNvPr>
          <p:cNvGrpSpPr/>
          <p:nvPr/>
        </p:nvGrpSpPr>
        <p:grpSpPr>
          <a:xfrm>
            <a:off x="686134" y="3777364"/>
            <a:ext cx="5300138" cy="843438"/>
            <a:chOff x="686134" y="3892732"/>
            <a:chExt cx="5300138" cy="843438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DA12698-E70F-A251-206A-2E308E659F09}"/>
                </a:ext>
              </a:extLst>
            </p:cNvPr>
            <p:cNvGrpSpPr/>
            <p:nvPr/>
          </p:nvGrpSpPr>
          <p:grpSpPr>
            <a:xfrm>
              <a:off x="1888205" y="3907597"/>
              <a:ext cx="4098067" cy="813708"/>
              <a:chOff x="1888205" y="3907436"/>
              <a:chExt cx="4098067" cy="813708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D31363-1F04-811E-0915-F2164BD014AF}"/>
                  </a:ext>
                </a:extLst>
              </p:cNvPr>
              <p:cNvSpPr txBox="1"/>
              <p:nvPr/>
            </p:nvSpPr>
            <p:spPr>
              <a:xfrm>
                <a:off x="1888205" y="4290257"/>
                <a:ext cx="4098067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>
                  <a:defRPr sz="1400" b="0" i="0"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defRPr>
                </a:lvl1pPr>
              </a:lstStyle>
              <a:p>
                <a:r>
                  <a:rPr lang="en-US" dirty="0">
                    <a:solidFill>
                      <a:schemeClr val="tx1"/>
                    </a:solidFill>
                  </a:rPr>
                  <a:t>This is a sample text. Insert your desired text here. You can add sample text. This is a sample text. 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4EF657-440E-FD0B-E671-CF81A6FECA60}"/>
                  </a:ext>
                </a:extLst>
              </p:cNvPr>
              <p:cNvSpPr txBox="1"/>
              <p:nvPr/>
            </p:nvSpPr>
            <p:spPr>
              <a:xfrm>
                <a:off x="1888205" y="3907436"/>
                <a:ext cx="2691415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r>
                  <a:rPr lang="en-US" sz="20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Edit Text Here</a:t>
                </a:r>
              </a:p>
            </p:txBody>
          </p: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D50CEAE-1F91-F415-D0FB-66904B8E938B}"/>
                </a:ext>
              </a:extLst>
            </p:cNvPr>
            <p:cNvSpPr/>
            <p:nvPr/>
          </p:nvSpPr>
          <p:spPr>
            <a:xfrm>
              <a:off x="686134" y="3892732"/>
              <a:ext cx="843440" cy="84343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28600" dist="152400" dir="2700000" algn="tl" rotWithShape="0">
                <a:schemeClr val="tx2">
                  <a:alpha val="18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Freeform 137">
              <a:extLst>
                <a:ext uri="{FF2B5EF4-FFF2-40B4-BE49-F238E27FC236}">
                  <a16:creationId xmlns:a16="http://schemas.microsoft.com/office/drawing/2014/main" id="{F82A032E-319E-3BCE-AAFD-08CC529344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97234" y="4135764"/>
              <a:ext cx="421240" cy="357375"/>
            </a:xfrm>
            <a:custGeom>
              <a:avLst/>
              <a:gdLst>
                <a:gd name="T0" fmla="*/ 63 w 332"/>
                <a:gd name="T1" fmla="*/ 201 h 282"/>
                <a:gd name="T2" fmla="*/ 83 w 332"/>
                <a:gd name="T3" fmla="*/ 194 h 282"/>
                <a:gd name="T4" fmla="*/ 87 w 332"/>
                <a:gd name="T5" fmla="*/ 198 h 282"/>
                <a:gd name="T6" fmla="*/ 79 w 332"/>
                <a:gd name="T7" fmla="*/ 179 h 282"/>
                <a:gd name="T8" fmla="*/ 67 w 332"/>
                <a:gd name="T9" fmla="*/ 176 h 282"/>
                <a:gd name="T10" fmla="*/ 56 w 332"/>
                <a:gd name="T11" fmla="*/ 215 h 282"/>
                <a:gd name="T12" fmla="*/ 90 w 332"/>
                <a:gd name="T13" fmla="*/ 244 h 282"/>
                <a:gd name="T14" fmla="*/ 46 w 332"/>
                <a:gd name="T15" fmla="*/ 249 h 282"/>
                <a:gd name="T16" fmla="*/ 67 w 332"/>
                <a:gd name="T17" fmla="*/ 276 h 282"/>
                <a:gd name="T18" fmla="*/ 79 w 332"/>
                <a:gd name="T19" fmla="*/ 270 h 282"/>
                <a:gd name="T20" fmla="*/ 96 w 332"/>
                <a:gd name="T21" fmla="*/ 228 h 282"/>
                <a:gd name="T22" fmla="*/ 218 w 332"/>
                <a:gd name="T23" fmla="*/ 179 h 282"/>
                <a:gd name="T24" fmla="*/ 209 w 332"/>
                <a:gd name="T25" fmla="*/ 203 h 282"/>
                <a:gd name="T26" fmla="*/ 125 w 332"/>
                <a:gd name="T27" fmla="*/ 215 h 282"/>
                <a:gd name="T28" fmla="*/ 221 w 332"/>
                <a:gd name="T29" fmla="*/ 209 h 282"/>
                <a:gd name="T30" fmla="*/ 224 w 332"/>
                <a:gd name="T31" fmla="*/ 253 h 282"/>
                <a:gd name="T32" fmla="*/ 218 w 332"/>
                <a:gd name="T33" fmla="*/ 235 h 282"/>
                <a:gd name="T34" fmla="*/ 145 w 332"/>
                <a:gd name="T35" fmla="*/ 247 h 282"/>
                <a:gd name="T36" fmla="*/ 215 w 332"/>
                <a:gd name="T37" fmla="*/ 269 h 282"/>
                <a:gd name="T38" fmla="*/ 285 w 332"/>
                <a:gd name="T39" fmla="*/ 228 h 282"/>
                <a:gd name="T40" fmla="*/ 128 w 332"/>
                <a:gd name="T41" fmla="*/ 237 h 282"/>
                <a:gd name="T42" fmla="*/ 133 w 332"/>
                <a:gd name="T43" fmla="*/ 241 h 282"/>
                <a:gd name="T44" fmla="*/ 90 w 332"/>
                <a:gd name="T45" fmla="*/ 129 h 282"/>
                <a:gd name="T46" fmla="*/ 41 w 332"/>
                <a:gd name="T47" fmla="*/ 147 h 282"/>
                <a:gd name="T48" fmla="*/ 6 w 332"/>
                <a:gd name="T49" fmla="*/ 249 h 282"/>
                <a:gd name="T50" fmla="*/ 45 w 332"/>
                <a:gd name="T51" fmla="*/ 159 h 282"/>
                <a:gd name="T52" fmla="*/ 82 w 332"/>
                <a:gd name="T53" fmla="*/ 132 h 282"/>
                <a:gd name="T54" fmla="*/ 135 w 332"/>
                <a:gd name="T55" fmla="*/ 143 h 282"/>
                <a:gd name="T56" fmla="*/ 208 w 332"/>
                <a:gd name="T57" fmla="*/ 167 h 282"/>
                <a:gd name="T58" fmla="*/ 143 w 332"/>
                <a:gd name="T59" fmla="*/ 113 h 282"/>
                <a:gd name="T60" fmla="*/ 159 w 332"/>
                <a:gd name="T61" fmla="*/ 46 h 282"/>
                <a:gd name="T62" fmla="*/ 75 w 332"/>
                <a:gd name="T63" fmla="*/ 105 h 282"/>
                <a:gd name="T64" fmla="*/ 131 w 332"/>
                <a:gd name="T65" fmla="*/ 120 h 282"/>
                <a:gd name="T66" fmla="*/ 85 w 332"/>
                <a:gd name="T67" fmla="*/ 99 h 282"/>
                <a:gd name="T68" fmla="*/ 147 w 332"/>
                <a:gd name="T69" fmla="*/ 46 h 282"/>
                <a:gd name="T70" fmla="*/ 332 w 332"/>
                <a:gd name="T71" fmla="*/ 136 h 282"/>
                <a:gd name="T72" fmla="*/ 288 w 332"/>
                <a:gd name="T73" fmla="*/ 96 h 282"/>
                <a:gd name="T74" fmla="*/ 267 w 332"/>
                <a:gd name="T75" fmla="*/ 21 h 282"/>
                <a:gd name="T76" fmla="*/ 244 w 332"/>
                <a:gd name="T77" fmla="*/ 106 h 282"/>
                <a:gd name="T78" fmla="*/ 206 w 332"/>
                <a:gd name="T79" fmla="*/ 150 h 282"/>
                <a:gd name="T80" fmla="*/ 232 w 332"/>
                <a:gd name="T81" fmla="*/ 124 h 282"/>
                <a:gd name="T82" fmla="*/ 256 w 332"/>
                <a:gd name="T83" fmla="*/ 111 h 282"/>
                <a:gd name="T84" fmla="*/ 254 w 332"/>
                <a:gd name="T85" fmla="*/ 89 h 282"/>
                <a:gd name="T86" fmla="*/ 286 w 332"/>
                <a:gd name="T87" fmla="*/ 53 h 282"/>
                <a:gd name="T88" fmla="*/ 276 w 332"/>
                <a:gd name="T89" fmla="*/ 94 h 282"/>
                <a:gd name="T90" fmla="*/ 281 w 332"/>
                <a:gd name="T91" fmla="*/ 116 h 282"/>
                <a:gd name="T92" fmla="*/ 320 w 332"/>
                <a:gd name="T93" fmla="*/ 138 h 282"/>
                <a:gd name="T94" fmla="*/ 332 w 332"/>
                <a:gd name="T95" fmla="*/ 189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32" h="282">
                  <a:moveTo>
                    <a:pt x="78" y="217"/>
                  </a:moveTo>
                  <a:cubicBezTo>
                    <a:pt x="73" y="214"/>
                    <a:pt x="68" y="211"/>
                    <a:pt x="66" y="208"/>
                  </a:cubicBezTo>
                  <a:cubicBezTo>
                    <a:pt x="64" y="205"/>
                    <a:pt x="63" y="203"/>
                    <a:pt x="63" y="201"/>
                  </a:cubicBezTo>
                  <a:cubicBezTo>
                    <a:pt x="63" y="196"/>
                    <a:pt x="68" y="191"/>
                    <a:pt x="74" y="191"/>
                  </a:cubicBezTo>
                  <a:cubicBezTo>
                    <a:pt x="74" y="191"/>
                    <a:pt x="74" y="191"/>
                    <a:pt x="75" y="191"/>
                  </a:cubicBezTo>
                  <a:cubicBezTo>
                    <a:pt x="78" y="191"/>
                    <a:pt x="81" y="192"/>
                    <a:pt x="83" y="194"/>
                  </a:cubicBezTo>
                  <a:cubicBezTo>
                    <a:pt x="84" y="195"/>
                    <a:pt x="85" y="196"/>
                    <a:pt x="86" y="197"/>
                  </a:cubicBezTo>
                  <a:cubicBezTo>
                    <a:pt x="86" y="197"/>
                    <a:pt x="86" y="197"/>
                    <a:pt x="87" y="197"/>
                  </a:cubicBezTo>
                  <a:cubicBezTo>
                    <a:pt x="87" y="198"/>
                    <a:pt x="87" y="198"/>
                    <a:pt x="87" y="198"/>
                  </a:cubicBezTo>
                  <a:cubicBezTo>
                    <a:pt x="88" y="200"/>
                    <a:pt x="92" y="201"/>
                    <a:pt x="95" y="199"/>
                  </a:cubicBezTo>
                  <a:cubicBezTo>
                    <a:pt x="98" y="198"/>
                    <a:pt x="99" y="194"/>
                    <a:pt x="97" y="191"/>
                  </a:cubicBezTo>
                  <a:cubicBezTo>
                    <a:pt x="96" y="191"/>
                    <a:pt x="91" y="181"/>
                    <a:pt x="79" y="179"/>
                  </a:cubicBezTo>
                  <a:cubicBezTo>
                    <a:pt x="79" y="176"/>
                    <a:pt x="79" y="176"/>
                    <a:pt x="79" y="176"/>
                  </a:cubicBezTo>
                  <a:cubicBezTo>
                    <a:pt x="79" y="172"/>
                    <a:pt x="77" y="170"/>
                    <a:pt x="73" y="170"/>
                  </a:cubicBezTo>
                  <a:cubicBezTo>
                    <a:pt x="70" y="170"/>
                    <a:pt x="67" y="172"/>
                    <a:pt x="67" y="176"/>
                  </a:cubicBezTo>
                  <a:cubicBezTo>
                    <a:pt x="67" y="180"/>
                    <a:pt x="67" y="180"/>
                    <a:pt x="67" y="180"/>
                  </a:cubicBezTo>
                  <a:cubicBezTo>
                    <a:pt x="59" y="183"/>
                    <a:pt x="51" y="190"/>
                    <a:pt x="51" y="201"/>
                  </a:cubicBezTo>
                  <a:cubicBezTo>
                    <a:pt x="51" y="205"/>
                    <a:pt x="53" y="210"/>
                    <a:pt x="56" y="215"/>
                  </a:cubicBezTo>
                  <a:cubicBezTo>
                    <a:pt x="62" y="224"/>
                    <a:pt x="72" y="227"/>
                    <a:pt x="79" y="230"/>
                  </a:cubicBezTo>
                  <a:cubicBezTo>
                    <a:pt x="83" y="232"/>
                    <a:pt x="86" y="234"/>
                    <a:pt x="87" y="236"/>
                  </a:cubicBezTo>
                  <a:cubicBezTo>
                    <a:pt x="89" y="238"/>
                    <a:pt x="90" y="240"/>
                    <a:pt x="90" y="244"/>
                  </a:cubicBezTo>
                  <a:cubicBezTo>
                    <a:pt x="90" y="253"/>
                    <a:pt x="83" y="258"/>
                    <a:pt x="73" y="258"/>
                  </a:cubicBezTo>
                  <a:cubicBezTo>
                    <a:pt x="67" y="258"/>
                    <a:pt x="60" y="256"/>
                    <a:pt x="54" y="249"/>
                  </a:cubicBezTo>
                  <a:cubicBezTo>
                    <a:pt x="52" y="247"/>
                    <a:pt x="48" y="247"/>
                    <a:pt x="46" y="249"/>
                  </a:cubicBezTo>
                  <a:cubicBezTo>
                    <a:pt x="43" y="251"/>
                    <a:pt x="43" y="255"/>
                    <a:pt x="45" y="257"/>
                  </a:cubicBezTo>
                  <a:cubicBezTo>
                    <a:pt x="51" y="264"/>
                    <a:pt x="59" y="269"/>
                    <a:pt x="67" y="270"/>
                  </a:cubicBezTo>
                  <a:cubicBezTo>
                    <a:pt x="67" y="276"/>
                    <a:pt x="67" y="276"/>
                    <a:pt x="67" y="276"/>
                  </a:cubicBezTo>
                  <a:cubicBezTo>
                    <a:pt x="67" y="280"/>
                    <a:pt x="70" y="282"/>
                    <a:pt x="73" y="282"/>
                  </a:cubicBezTo>
                  <a:cubicBezTo>
                    <a:pt x="77" y="282"/>
                    <a:pt x="79" y="280"/>
                    <a:pt x="79" y="276"/>
                  </a:cubicBezTo>
                  <a:cubicBezTo>
                    <a:pt x="79" y="270"/>
                    <a:pt x="79" y="270"/>
                    <a:pt x="79" y="270"/>
                  </a:cubicBezTo>
                  <a:cubicBezTo>
                    <a:pt x="84" y="269"/>
                    <a:pt x="89" y="267"/>
                    <a:pt x="93" y="264"/>
                  </a:cubicBezTo>
                  <a:cubicBezTo>
                    <a:pt x="98" y="259"/>
                    <a:pt x="102" y="252"/>
                    <a:pt x="102" y="244"/>
                  </a:cubicBezTo>
                  <a:cubicBezTo>
                    <a:pt x="102" y="237"/>
                    <a:pt x="100" y="232"/>
                    <a:pt x="96" y="228"/>
                  </a:cubicBezTo>
                  <a:cubicBezTo>
                    <a:pt x="91" y="222"/>
                    <a:pt x="84" y="220"/>
                    <a:pt x="78" y="217"/>
                  </a:cubicBezTo>
                  <a:close/>
                  <a:moveTo>
                    <a:pt x="285" y="217"/>
                  </a:moveTo>
                  <a:cubicBezTo>
                    <a:pt x="218" y="179"/>
                    <a:pt x="218" y="179"/>
                    <a:pt x="218" y="179"/>
                  </a:cubicBezTo>
                  <a:cubicBezTo>
                    <a:pt x="216" y="178"/>
                    <a:pt x="214" y="178"/>
                    <a:pt x="212" y="179"/>
                  </a:cubicBezTo>
                  <a:cubicBezTo>
                    <a:pt x="210" y="180"/>
                    <a:pt x="209" y="182"/>
                    <a:pt x="209" y="184"/>
                  </a:cubicBezTo>
                  <a:cubicBezTo>
                    <a:pt x="209" y="203"/>
                    <a:pt x="209" y="203"/>
                    <a:pt x="209" y="203"/>
                  </a:cubicBezTo>
                  <a:cubicBezTo>
                    <a:pt x="125" y="203"/>
                    <a:pt x="125" y="203"/>
                    <a:pt x="125" y="203"/>
                  </a:cubicBezTo>
                  <a:cubicBezTo>
                    <a:pt x="121" y="203"/>
                    <a:pt x="119" y="206"/>
                    <a:pt x="119" y="209"/>
                  </a:cubicBezTo>
                  <a:cubicBezTo>
                    <a:pt x="119" y="213"/>
                    <a:pt x="121" y="215"/>
                    <a:pt x="125" y="215"/>
                  </a:cubicBezTo>
                  <a:cubicBezTo>
                    <a:pt x="215" y="215"/>
                    <a:pt x="215" y="215"/>
                    <a:pt x="215" y="215"/>
                  </a:cubicBezTo>
                  <a:cubicBezTo>
                    <a:pt x="217" y="215"/>
                    <a:pt x="218" y="215"/>
                    <a:pt x="220" y="214"/>
                  </a:cubicBezTo>
                  <a:cubicBezTo>
                    <a:pt x="221" y="212"/>
                    <a:pt x="221" y="211"/>
                    <a:pt x="221" y="209"/>
                  </a:cubicBezTo>
                  <a:cubicBezTo>
                    <a:pt x="221" y="194"/>
                    <a:pt x="221" y="194"/>
                    <a:pt x="221" y="194"/>
                  </a:cubicBezTo>
                  <a:cubicBezTo>
                    <a:pt x="271" y="223"/>
                    <a:pt x="271" y="223"/>
                    <a:pt x="271" y="223"/>
                  </a:cubicBezTo>
                  <a:cubicBezTo>
                    <a:pt x="224" y="253"/>
                    <a:pt x="224" y="253"/>
                    <a:pt x="224" y="253"/>
                  </a:cubicBezTo>
                  <a:cubicBezTo>
                    <a:pt x="224" y="241"/>
                    <a:pt x="224" y="241"/>
                    <a:pt x="224" y="241"/>
                  </a:cubicBezTo>
                  <a:cubicBezTo>
                    <a:pt x="224" y="240"/>
                    <a:pt x="223" y="238"/>
                    <a:pt x="222" y="237"/>
                  </a:cubicBezTo>
                  <a:cubicBezTo>
                    <a:pt x="221" y="236"/>
                    <a:pt x="220" y="235"/>
                    <a:pt x="218" y="235"/>
                  </a:cubicBezTo>
                  <a:cubicBezTo>
                    <a:pt x="145" y="235"/>
                    <a:pt x="145" y="235"/>
                    <a:pt x="145" y="235"/>
                  </a:cubicBezTo>
                  <a:cubicBezTo>
                    <a:pt x="142" y="235"/>
                    <a:pt x="139" y="238"/>
                    <a:pt x="139" y="241"/>
                  </a:cubicBezTo>
                  <a:cubicBezTo>
                    <a:pt x="139" y="245"/>
                    <a:pt x="142" y="247"/>
                    <a:pt x="145" y="247"/>
                  </a:cubicBezTo>
                  <a:cubicBezTo>
                    <a:pt x="212" y="247"/>
                    <a:pt x="212" y="247"/>
                    <a:pt x="212" y="247"/>
                  </a:cubicBezTo>
                  <a:cubicBezTo>
                    <a:pt x="212" y="264"/>
                    <a:pt x="212" y="264"/>
                    <a:pt x="212" y="264"/>
                  </a:cubicBezTo>
                  <a:cubicBezTo>
                    <a:pt x="212" y="266"/>
                    <a:pt x="213" y="268"/>
                    <a:pt x="215" y="269"/>
                  </a:cubicBezTo>
                  <a:cubicBezTo>
                    <a:pt x="216" y="270"/>
                    <a:pt x="217" y="270"/>
                    <a:pt x="218" y="270"/>
                  </a:cubicBezTo>
                  <a:cubicBezTo>
                    <a:pt x="219" y="270"/>
                    <a:pt x="220" y="270"/>
                    <a:pt x="221" y="269"/>
                  </a:cubicBezTo>
                  <a:cubicBezTo>
                    <a:pt x="285" y="228"/>
                    <a:pt x="285" y="228"/>
                    <a:pt x="285" y="228"/>
                  </a:cubicBezTo>
                  <a:cubicBezTo>
                    <a:pt x="287" y="227"/>
                    <a:pt x="288" y="225"/>
                    <a:pt x="288" y="222"/>
                  </a:cubicBezTo>
                  <a:cubicBezTo>
                    <a:pt x="288" y="220"/>
                    <a:pt x="287" y="218"/>
                    <a:pt x="285" y="217"/>
                  </a:cubicBezTo>
                  <a:close/>
                  <a:moveTo>
                    <a:pt x="128" y="237"/>
                  </a:moveTo>
                  <a:cubicBezTo>
                    <a:pt x="126" y="237"/>
                    <a:pt x="123" y="239"/>
                    <a:pt x="123" y="241"/>
                  </a:cubicBezTo>
                  <a:cubicBezTo>
                    <a:pt x="123" y="244"/>
                    <a:pt x="126" y="246"/>
                    <a:pt x="128" y="246"/>
                  </a:cubicBezTo>
                  <a:cubicBezTo>
                    <a:pt x="131" y="246"/>
                    <a:pt x="133" y="244"/>
                    <a:pt x="133" y="241"/>
                  </a:cubicBezTo>
                  <a:cubicBezTo>
                    <a:pt x="133" y="239"/>
                    <a:pt x="131" y="237"/>
                    <a:pt x="128" y="237"/>
                  </a:cubicBezTo>
                  <a:close/>
                  <a:moveTo>
                    <a:pt x="93" y="137"/>
                  </a:moveTo>
                  <a:cubicBezTo>
                    <a:pt x="94" y="133"/>
                    <a:pt x="93" y="130"/>
                    <a:pt x="90" y="129"/>
                  </a:cubicBezTo>
                  <a:cubicBezTo>
                    <a:pt x="87" y="127"/>
                    <a:pt x="84" y="128"/>
                    <a:pt x="82" y="131"/>
                  </a:cubicBezTo>
                  <a:cubicBezTo>
                    <a:pt x="82" y="131"/>
                    <a:pt x="82" y="131"/>
                    <a:pt x="82" y="131"/>
                  </a:cubicBezTo>
                  <a:cubicBezTo>
                    <a:pt x="81" y="132"/>
                    <a:pt x="72" y="138"/>
                    <a:pt x="41" y="147"/>
                  </a:cubicBezTo>
                  <a:cubicBezTo>
                    <a:pt x="3" y="158"/>
                    <a:pt x="0" y="182"/>
                    <a:pt x="0" y="184"/>
                  </a:cubicBezTo>
                  <a:cubicBezTo>
                    <a:pt x="0" y="243"/>
                    <a:pt x="0" y="243"/>
                    <a:pt x="0" y="243"/>
                  </a:cubicBezTo>
                  <a:cubicBezTo>
                    <a:pt x="0" y="246"/>
                    <a:pt x="3" y="249"/>
                    <a:pt x="6" y="249"/>
                  </a:cubicBezTo>
                  <a:cubicBezTo>
                    <a:pt x="9" y="249"/>
                    <a:pt x="12" y="246"/>
                    <a:pt x="12" y="243"/>
                  </a:cubicBezTo>
                  <a:cubicBezTo>
                    <a:pt x="12" y="184"/>
                    <a:pt x="12" y="184"/>
                    <a:pt x="12" y="184"/>
                  </a:cubicBezTo>
                  <a:cubicBezTo>
                    <a:pt x="12" y="184"/>
                    <a:pt x="13" y="169"/>
                    <a:pt x="45" y="159"/>
                  </a:cubicBezTo>
                  <a:cubicBezTo>
                    <a:pt x="86" y="147"/>
                    <a:pt x="91" y="140"/>
                    <a:pt x="93" y="137"/>
                  </a:cubicBezTo>
                  <a:close/>
                  <a:moveTo>
                    <a:pt x="82" y="132"/>
                  </a:moveTo>
                  <a:cubicBezTo>
                    <a:pt x="82" y="132"/>
                    <a:pt x="82" y="132"/>
                    <a:pt x="82" y="132"/>
                  </a:cubicBezTo>
                  <a:cubicBezTo>
                    <a:pt x="82" y="132"/>
                    <a:pt x="82" y="132"/>
                    <a:pt x="82" y="132"/>
                  </a:cubicBezTo>
                  <a:close/>
                  <a:moveTo>
                    <a:pt x="131" y="137"/>
                  </a:moveTo>
                  <a:cubicBezTo>
                    <a:pt x="131" y="139"/>
                    <a:pt x="133" y="142"/>
                    <a:pt x="135" y="143"/>
                  </a:cubicBezTo>
                  <a:cubicBezTo>
                    <a:pt x="200" y="170"/>
                    <a:pt x="200" y="170"/>
                    <a:pt x="200" y="170"/>
                  </a:cubicBezTo>
                  <a:cubicBezTo>
                    <a:pt x="200" y="171"/>
                    <a:pt x="201" y="171"/>
                    <a:pt x="202" y="171"/>
                  </a:cubicBezTo>
                  <a:cubicBezTo>
                    <a:pt x="204" y="171"/>
                    <a:pt x="207" y="169"/>
                    <a:pt x="208" y="167"/>
                  </a:cubicBezTo>
                  <a:cubicBezTo>
                    <a:pt x="209" y="164"/>
                    <a:pt x="207" y="161"/>
                    <a:pt x="204" y="159"/>
                  </a:cubicBezTo>
                  <a:cubicBezTo>
                    <a:pt x="143" y="133"/>
                    <a:pt x="143" y="133"/>
                    <a:pt x="143" y="133"/>
                  </a:cubicBezTo>
                  <a:cubicBezTo>
                    <a:pt x="143" y="113"/>
                    <a:pt x="143" y="113"/>
                    <a:pt x="143" y="113"/>
                  </a:cubicBezTo>
                  <a:cubicBezTo>
                    <a:pt x="143" y="113"/>
                    <a:pt x="143" y="113"/>
                    <a:pt x="143" y="112"/>
                  </a:cubicBezTo>
                  <a:cubicBezTo>
                    <a:pt x="144" y="111"/>
                    <a:pt x="146" y="110"/>
                    <a:pt x="147" y="108"/>
                  </a:cubicBezTo>
                  <a:cubicBezTo>
                    <a:pt x="155" y="96"/>
                    <a:pt x="159" y="77"/>
                    <a:pt x="159" y="46"/>
                  </a:cubicBezTo>
                  <a:cubicBezTo>
                    <a:pt x="159" y="21"/>
                    <a:pt x="138" y="0"/>
                    <a:pt x="113" y="0"/>
                  </a:cubicBezTo>
                  <a:cubicBezTo>
                    <a:pt x="87" y="0"/>
                    <a:pt x="66" y="21"/>
                    <a:pt x="66" y="46"/>
                  </a:cubicBezTo>
                  <a:cubicBezTo>
                    <a:pt x="66" y="74"/>
                    <a:pt x="68" y="92"/>
                    <a:pt x="75" y="105"/>
                  </a:cubicBezTo>
                  <a:cubicBezTo>
                    <a:pt x="82" y="118"/>
                    <a:pt x="95" y="123"/>
                    <a:pt x="111" y="123"/>
                  </a:cubicBezTo>
                  <a:cubicBezTo>
                    <a:pt x="112" y="123"/>
                    <a:pt x="112" y="123"/>
                    <a:pt x="113" y="123"/>
                  </a:cubicBezTo>
                  <a:cubicBezTo>
                    <a:pt x="119" y="123"/>
                    <a:pt x="125" y="122"/>
                    <a:pt x="131" y="120"/>
                  </a:cubicBezTo>
                  <a:lnTo>
                    <a:pt x="131" y="137"/>
                  </a:lnTo>
                  <a:close/>
                  <a:moveTo>
                    <a:pt x="113" y="111"/>
                  </a:moveTo>
                  <a:cubicBezTo>
                    <a:pt x="97" y="110"/>
                    <a:pt x="90" y="107"/>
                    <a:pt x="85" y="99"/>
                  </a:cubicBezTo>
                  <a:cubicBezTo>
                    <a:pt x="80" y="90"/>
                    <a:pt x="78" y="73"/>
                    <a:pt x="78" y="46"/>
                  </a:cubicBezTo>
                  <a:cubicBezTo>
                    <a:pt x="78" y="27"/>
                    <a:pt x="94" y="12"/>
                    <a:pt x="113" y="12"/>
                  </a:cubicBezTo>
                  <a:cubicBezTo>
                    <a:pt x="132" y="12"/>
                    <a:pt x="147" y="27"/>
                    <a:pt x="147" y="46"/>
                  </a:cubicBezTo>
                  <a:cubicBezTo>
                    <a:pt x="147" y="76"/>
                    <a:pt x="143" y="93"/>
                    <a:pt x="137" y="101"/>
                  </a:cubicBezTo>
                  <a:cubicBezTo>
                    <a:pt x="132" y="109"/>
                    <a:pt x="124" y="111"/>
                    <a:pt x="113" y="111"/>
                  </a:cubicBezTo>
                  <a:close/>
                  <a:moveTo>
                    <a:pt x="332" y="136"/>
                  </a:moveTo>
                  <a:cubicBezTo>
                    <a:pt x="331" y="130"/>
                    <a:pt x="327" y="125"/>
                    <a:pt x="322" y="121"/>
                  </a:cubicBezTo>
                  <a:cubicBezTo>
                    <a:pt x="311" y="113"/>
                    <a:pt x="296" y="108"/>
                    <a:pt x="288" y="106"/>
                  </a:cubicBezTo>
                  <a:cubicBezTo>
                    <a:pt x="288" y="96"/>
                    <a:pt x="288" y="96"/>
                    <a:pt x="288" y="96"/>
                  </a:cubicBezTo>
                  <a:cubicBezTo>
                    <a:pt x="292" y="92"/>
                    <a:pt x="294" y="88"/>
                    <a:pt x="296" y="82"/>
                  </a:cubicBezTo>
                  <a:cubicBezTo>
                    <a:pt x="298" y="75"/>
                    <a:pt x="298" y="66"/>
                    <a:pt x="298" y="53"/>
                  </a:cubicBezTo>
                  <a:cubicBezTo>
                    <a:pt x="298" y="36"/>
                    <a:pt x="284" y="21"/>
                    <a:pt x="267" y="21"/>
                  </a:cubicBezTo>
                  <a:cubicBezTo>
                    <a:pt x="249" y="21"/>
                    <a:pt x="235" y="36"/>
                    <a:pt x="235" y="53"/>
                  </a:cubicBezTo>
                  <a:cubicBezTo>
                    <a:pt x="235" y="74"/>
                    <a:pt x="236" y="87"/>
                    <a:pt x="244" y="96"/>
                  </a:cubicBezTo>
                  <a:cubicBezTo>
                    <a:pt x="244" y="106"/>
                    <a:pt x="244" y="106"/>
                    <a:pt x="244" y="106"/>
                  </a:cubicBezTo>
                  <a:cubicBezTo>
                    <a:pt x="240" y="107"/>
                    <a:pt x="233" y="110"/>
                    <a:pt x="226" y="113"/>
                  </a:cubicBezTo>
                  <a:cubicBezTo>
                    <a:pt x="215" y="118"/>
                    <a:pt x="202" y="128"/>
                    <a:pt x="200" y="144"/>
                  </a:cubicBezTo>
                  <a:cubicBezTo>
                    <a:pt x="200" y="147"/>
                    <a:pt x="203" y="150"/>
                    <a:pt x="206" y="150"/>
                  </a:cubicBezTo>
                  <a:cubicBezTo>
                    <a:pt x="206" y="150"/>
                    <a:pt x="206" y="150"/>
                    <a:pt x="206" y="150"/>
                  </a:cubicBezTo>
                  <a:cubicBezTo>
                    <a:pt x="209" y="150"/>
                    <a:pt x="212" y="148"/>
                    <a:pt x="212" y="145"/>
                  </a:cubicBezTo>
                  <a:cubicBezTo>
                    <a:pt x="213" y="136"/>
                    <a:pt x="222" y="129"/>
                    <a:pt x="232" y="124"/>
                  </a:cubicBezTo>
                  <a:cubicBezTo>
                    <a:pt x="237" y="121"/>
                    <a:pt x="242" y="120"/>
                    <a:pt x="245" y="118"/>
                  </a:cubicBezTo>
                  <a:cubicBezTo>
                    <a:pt x="249" y="117"/>
                    <a:pt x="252" y="117"/>
                    <a:pt x="252" y="117"/>
                  </a:cubicBezTo>
                  <a:cubicBezTo>
                    <a:pt x="254" y="116"/>
                    <a:pt x="256" y="114"/>
                    <a:pt x="256" y="111"/>
                  </a:cubicBezTo>
                  <a:cubicBezTo>
                    <a:pt x="256" y="94"/>
                    <a:pt x="256" y="94"/>
                    <a:pt x="256" y="94"/>
                  </a:cubicBezTo>
                  <a:cubicBezTo>
                    <a:pt x="256" y="92"/>
                    <a:pt x="255" y="90"/>
                    <a:pt x="254" y="89"/>
                  </a:cubicBezTo>
                  <a:cubicBezTo>
                    <a:pt x="254" y="89"/>
                    <a:pt x="254" y="89"/>
                    <a:pt x="254" y="89"/>
                  </a:cubicBezTo>
                  <a:cubicBezTo>
                    <a:pt x="249" y="85"/>
                    <a:pt x="247" y="75"/>
                    <a:pt x="247" y="53"/>
                  </a:cubicBezTo>
                  <a:cubicBezTo>
                    <a:pt x="247" y="42"/>
                    <a:pt x="256" y="33"/>
                    <a:pt x="267" y="33"/>
                  </a:cubicBezTo>
                  <a:cubicBezTo>
                    <a:pt x="278" y="33"/>
                    <a:pt x="286" y="42"/>
                    <a:pt x="286" y="53"/>
                  </a:cubicBezTo>
                  <a:cubicBezTo>
                    <a:pt x="286" y="65"/>
                    <a:pt x="286" y="73"/>
                    <a:pt x="284" y="79"/>
                  </a:cubicBezTo>
                  <a:cubicBezTo>
                    <a:pt x="283" y="84"/>
                    <a:pt x="281" y="87"/>
                    <a:pt x="279" y="89"/>
                  </a:cubicBezTo>
                  <a:cubicBezTo>
                    <a:pt x="277" y="90"/>
                    <a:pt x="276" y="92"/>
                    <a:pt x="276" y="94"/>
                  </a:cubicBezTo>
                  <a:cubicBezTo>
                    <a:pt x="276" y="94"/>
                    <a:pt x="276" y="94"/>
                    <a:pt x="276" y="94"/>
                  </a:cubicBezTo>
                  <a:cubicBezTo>
                    <a:pt x="276" y="110"/>
                    <a:pt x="276" y="110"/>
                    <a:pt x="276" y="110"/>
                  </a:cubicBezTo>
                  <a:cubicBezTo>
                    <a:pt x="276" y="113"/>
                    <a:pt x="278" y="115"/>
                    <a:pt x="281" y="116"/>
                  </a:cubicBezTo>
                  <a:cubicBezTo>
                    <a:pt x="281" y="116"/>
                    <a:pt x="283" y="117"/>
                    <a:pt x="287" y="118"/>
                  </a:cubicBezTo>
                  <a:cubicBezTo>
                    <a:pt x="293" y="120"/>
                    <a:pt x="301" y="123"/>
                    <a:pt x="308" y="127"/>
                  </a:cubicBezTo>
                  <a:cubicBezTo>
                    <a:pt x="315" y="130"/>
                    <a:pt x="320" y="135"/>
                    <a:pt x="320" y="138"/>
                  </a:cubicBezTo>
                  <a:cubicBezTo>
                    <a:pt x="320" y="189"/>
                    <a:pt x="320" y="189"/>
                    <a:pt x="320" y="189"/>
                  </a:cubicBezTo>
                  <a:cubicBezTo>
                    <a:pt x="320" y="193"/>
                    <a:pt x="323" y="195"/>
                    <a:pt x="326" y="195"/>
                  </a:cubicBezTo>
                  <a:cubicBezTo>
                    <a:pt x="330" y="195"/>
                    <a:pt x="332" y="193"/>
                    <a:pt x="332" y="189"/>
                  </a:cubicBezTo>
                  <a:cubicBezTo>
                    <a:pt x="332" y="137"/>
                    <a:pt x="332" y="137"/>
                    <a:pt x="332" y="137"/>
                  </a:cubicBezTo>
                  <a:lnTo>
                    <a:pt x="332" y="136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487FC1F-B6E0-7672-1C02-BB0F6E44001A}"/>
              </a:ext>
            </a:extLst>
          </p:cNvPr>
          <p:cNvGrpSpPr/>
          <p:nvPr/>
        </p:nvGrpSpPr>
        <p:grpSpPr>
          <a:xfrm>
            <a:off x="686134" y="2289934"/>
            <a:ext cx="5196506" cy="843438"/>
            <a:chOff x="686134" y="2231559"/>
            <a:chExt cx="5196506" cy="843438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E06C3BC-293C-BA1D-D707-429139D87EA5}"/>
                </a:ext>
              </a:extLst>
            </p:cNvPr>
            <p:cNvGrpSpPr/>
            <p:nvPr/>
          </p:nvGrpSpPr>
          <p:grpSpPr>
            <a:xfrm>
              <a:off x="1888205" y="2246424"/>
              <a:ext cx="3994435" cy="813708"/>
              <a:chOff x="1888205" y="2455259"/>
              <a:chExt cx="3994435" cy="813708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8DC80F-A8E9-88A5-F645-1AA2B3118D59}"/>
                  </a:ext>
                </a:extLst>
              </p:cNvPr>
              <p:cNvSpPr txBox="1"/>
              <p:nvPr/>
            </p:nvSpPr>
            <p:spPr>
              <a:xfrm>
                <a:off x="1888205" y="2838080"/>
                <a:ext cx="3994435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r>
                  <a:rPr lang="en-US" sz="1400" b="0" i="0" dirty="0"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This is a sample text. Insert your desired text here. You can add sample text. This is a sample text. 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5A85FF2-EC01-E896-7DF4-4B245239976F}"/>
                  </a:ext>
                </a:extLst>
              </p:cNvPr>
              <p:cNvSpPr txBox="1"/>
              <p:nvPr/>
            </p:nvSpPr>
            <p:spPr>
              <a:xfrm>
                <a:off x="1888205" y="2455259"/>
                <a:ext cx="2691415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r>
                  <a:rPr lang="en-US" sz="20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Edit Text Here</a:t>
                </a:r>
              </a:p>
            </p:txBody>
          </p:sp>
        </p:grp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AB2CDDA-117C-A82A-F125-06764FDBCBD2}"/>
                </a:ext>
              </a:extLst>
            </p:cNvPr>
            <p:cNvSpPr/>
            <p:nvPr/>
          </p:nvSpPr>
          <p:spPr>
            <a:xfrm>
              <a:off x="686134" y="2231559"/>
              <a:ext cx="843440" cy="84343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28600" dist="152400" dir="2700000" algn="tl" rotWithShape="0">
                <a:schemeClr val="tx2">
                  <a:alpha val="18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 130">
              <a:extLst>
                <a:ext uri="{FF2B5EF4-FFF2-40B4-BE49-F238E27FC236}">
                  <a16:creationId xmlns:a16="http://schemas.microsoft.com/office/drawing/2014/main" id="{F8FF8D21-D857-55D2-69B0-BE32CC37E0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2202" y="2431537"/>
              <a:ext cx="411305" cy="443482"/>
            </a:xfrm>
            <a:custGeom>
              <a:avLst/>
              <a:gdLst>
                <a:gd name="T0" fmla="*/ 278 w 315"/>
                <a:gd name="T1" fmla="*/ 55 h 340"/>
                <a:gd name="T2" fmla="*/ 196 w 315"/>
                <a:gd name="T3" fmla="*/ 77 h 340"/>
                <a:gd name="T4" fmla="*/ 290 w 315"/>
                <a:gd name="T5" fmla="*/ 63 h 340"/>
                <a:gd name="T6" fmla="*/ 303 w 315"/>
                <a:gd name="T7" fmla="*/ 64 h 340"/>
                <a:gd name="T8" fmla="*/ 242 w 315"/>
                <a:gd name="T9" fmla="*/ 96 h 340"/>
                <a:gd name="T10" fmla="*/ 308 w 315"/>
                <a:gd name="T11" fmla="*/ 78 h 340"/>
                <a:gd name="T12" fmla="*/ 297 w 315"/>
                <a:gd name="T13" fmla="*/ 49 h 340"/>
                <a:gd name="T14" fmla="*/ 68 w 315"/>
                <a:gd name="T15" fmla="*/ 100 h 340"/>
                <a:gd name="T16" fmla="*/ 14 w 315"/>
                <a:gd name="T17" fmla="*/ 71 h 340"/>
                <a:gd name="T18" fmla="*/ 23 w 315"/>
                <a:gd name="T19" fmla="*/ 65 h 340"/>
                <a:gd name="T20" fmla="*/ 117 w 315"/>
                <a:gd name="T21" fmla="*/ 77 h 340"/>
                <a:gd name="T22" fmla="*/ 56 w 315"/>
                <a:gd name="T23" fmla="*/ 63 h 340"/>
                <a:gd name="T24" fmla="*/ 0 w 315"/>
                <a:gd name="T25" fmla="*/ 68 h 340"/>
                <a:gd name="T26" fmla="*/ 156 w 315"/>
                <a:gd name="T27" fmla="*/ 69 h 340"/>
                <a:gd name="T28" fmla="*/ 121 w 315"/>
                <a:gd name="T29" fmla="*/ 35 h 340"/>
                <a:gd name="T30" fmla="*/ 178 w 315"/>
                <a:gd name="T31" fmla="*/ 35 h 340"/>
                <a:gd name="T32" fmla="*/ 156 w 315"/>
                <a:gd name="T33" fmla="*/ 12 h 340"/>
                <a:gd name="T34" fmla="*/ 18 w 315"/>
                <a:gd name="T35" fmla="*/ 168 h 340"/>
                <a:gd name="T36" fmla="*/ 21 w 315"/>
                <a:gd name="T37" fmla="*/ 103 h 340"/>
                <a:gd name="T38" fmla="*/ 101 w 315"/>
                <a:gd name="T39" fmla="*/ 307 h 340"/>
                <a:gd name="T40" fmla="*/ 283 w 315"/>
                <a:gd name="T41" fmla="*/ 100 h 340"/>
                <a:gd name="T42" fmla="*/ 294 w 315"/>
                <a:gd name="T43" fmla="*/ 168 h 340"/>
                <a:gd name="T44" fmla="*/ 209 w 315"/>
                <a:gd name="T45" fmla="*/ 308 h 340"/>
                <a:gd name="T46" fmla="*/ 291 w 315"/>
                <a:gd name="T47" fmla="*/ 102 h 340"/>
                <a:gd name="T48" fmla="*/ 204 w 315"/>
                <a:gd name="T49" fmla="*/ 39 h 340"/>
                <a:gd name="T50" fmla="*/ 245 w 315"/>
                <a:gd name="T51" fmla="*/ 54 h 340"/>
                <a:gd name="T52" fmla="*/ 201 w 315"/>
                <a:gd name="T53" fmla="*/ 31 h 340"/>
                <a:gd name="T54" fmla="*/ 76 w 315"/>
                <a:gd name="T55" fmla="*/ 56 h 340"/>
                <a:gd name="T56" fmla="*/ 112 w 315"/>
                <a:gd name="T57" fmla="*/ 31 h 340"/>
                <a:gd name="T58" fmla="*/ 68 w 315"/>
                <a:gd name="T59" fmla="*/ 54 h 340"/>
                <a:gd name="T60" fmla="*/ 228 w 315"/>
                <a:gd name="T61" fmla="*/ 193 h 340"/>
                <a:gd name="T62" fmla="*/ 159 w 315"/>
                <a:gd name="T63" fmla="*/ 79 h 340"/>
                <a:gd name="T64" fmla="*/ 84 w 315"/>
                <a:gd name="T65" fmla="*/ 102 h 340"/>
                <a:gd name="T66" fmla="*/ 84 w 315"/>
                <a:gd name="T67" fmla="*/ 127 h 340"/>
                <a:gd name="T68" fmla="*/ 99 w 315"/>
                <a:gd name="T69" fmla="*/ 219 h 340"/>
                <a:gd name="T70" fmla="*/ 123 w 315"/>
                <a:gd name="T71" fmla="*/ 340 h 340"/>
                <a:gd name="T72" fmla="*/ 155 w 315"/>
                <a:gd name="T73" fmla="*/ 255 h 340"/>
                <a:gd name="T74" fmla="*/ 185 w 315"/>
                <a:gd name="T75" fmla="*/ 239 h 340"/>
                <a:gd name="T76" fmla="*/ 196 w 315"/>
                <a:gd name="T77" fmla="*/ 333 h 340"/>
                <a:gd name="T78" fmla="*/ 228 w 315"/>
                <a:gd name="T79" fmla="*/ 194 h 340"/>
                <a:gd name="T80" fmla="*/ 105 w 315"/>
                <a:gd name="T81" fmla="*/ 209 h 340"/>
                <a:gd name="T82" fmla="*/ 96 w 315"/>
                <a:gd name="T83" fmla="*/ 127 h 340"/>
                <a:gd name="T84" fmla="*/ 157 w 315"/>
                <a:gd name="T85" fmla="*/ 91 h 340"/>
                <a:gd name="T86" fmla="*/ 216 w 315"/>
                <a:gd name="T87" fmla="*/ 194 h 340"/>
                <a:gd name="T88" fmla="*/ 151 w 315"/>
                <a:gd name="T89" fmla="*/ 269 h 340"/>
                <a:gd name="T90" fmla="*/ 163 w 315"/>
                <a:gd name="T91" fmla="*/ 333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15" h="340">
                  <a:moveTo>
                    <a:pt x="297" y="49"/>
                  </a:moveTo>
                  <a:cubicBezTo>
                    <a:pt x="294" y="49"/>
                    <a:pt x="289" y="50"/>
                    <a:pt x="285" y="52"/>
                  </a:cubicBezTo>
                  <a:cubicBezTo>
                    <a:pt x="285" y="52"/>
                    <a:pt x="282" y="53"/>
                    <a:pt x="278" y="55"/>
                  </a:cubicBezTo>
                  <a:cubicBezTo>
                    <a:pt x="265" y="60"/>
                    <a:pt x="234" y="71"/>
                    <a:pt x="208" y="71"/>
                  </a:cubicBezTo>
                  <a:cubicBezTo>
                    <a:pt x="206" y="71"/>
                    <a:pt x="204" y="71"/>
                    <a:pt x="202" y="71"/>
                  </a:cubicBezTo>
                  <a:cubicBezTo>
                    <a:pt x="199" y="71"/>
                    <a:pt x="196" y="73"/>
                    <a:pt x="196" y="77"/>
                  </a:cubicBezTo>
                  <a:cubicBezTo>
                    <a:pt x="196" y="80"/>
                    <a:pt x="198" y="83"/>
                    <a:pt x="202" y="83"/>
                  </a:cubicBezTo>
                  <a:cubicBezTo>
                    <a:pt x="204" y="83"/>
                    <a:pt x="206" y="83"/>
                    <a:pt x="208" y="83"/>
                  </a:cubicBezTo>
                  <a:cubicBezTo>
                    <a:pt x="247" y="83"/>
                    <a:pt x="290" y="63"/>
                    <a:pt x="290" y="63"/>
                  </a:cubicBezTo>
                  <a:cubicBezTo>
                    <a:pt x="291" y="63"/>
                    <a:pt x="291" y="63"/>
                    <a:pt x="291" y="63"/>
                  </a:cubicBezTo>
                  <a:cubicBezTo>
                    <a:pt x="293" y="61"/>
                    <a:pt x="296" y="61"/>
                    <a:pt x="297" y="61"/>
                  </a:cubicBezTo>
                  <a:cubicBezTo>
                    <a:pt x="301" y="61"/>
                    <a:pt x="303" y="63"/>
                    <a:pt x="303" y="64"/>
                  </a:cubicBezTo>
                  <a:cubicBezTo>
                    <a:pt x="303" y="65"/>
                    <a:pt x="302" y="66"/>
                    <a:pt x="301" y="68"/>
                  </a:cubicBezTo>
                  <a:cubicBezTo>
                    <a:pt x="280" y="82"/>
                    <a:pt x="270" y="85"/>
                    <a:pt x="247" y="89"/>
                  </a:cubicBezTo>
                  <a:cubicBezTo>
                    <a:pt x="244" y="90"/>
                    <a:pt x="242" y="93"/>
                    <a:pt x="242" y="96"/>
                  </a:cubicBezTo>
                  <a:cubicBezTo>
                    <a:pt x="243" y="99"/>
                    <a:pt x="246" y="101"/>
                    <a:pt x="248" y="101"/>
                  </a:cubicBezTo>
                  <a:cubicBezTo>
                    <a:pt x="249" y="101"/>
                    <a:pt x="249" y="101"/>
                    <a:pt x="249" y="101"/>
                  </a:cubicBezTo>
                  <a:cubicBezTo>
                    <a:pt x="273" y="96"/>
                    <a:pt x="286" y="93"/>
                    <a:pt x="308" y="78"/>
                  </a:cubicBezTo>
                  <a:cubicBezTo>
                    <a:pt x="308" y="77"/>
                    <a:pt x="308" y="77"/>
                    <a:pt x="308" y="77"/>
                  </a:cubicBezTo>
                  <a:cubicBezTo>
                    <a:pt x="312" y="74"/>
                    <a:pt x="315" y="69"/>
                    <a:pt x="315" y="64"/>
                  </a:cubicBezTo>
                  <a:cubicBezTo>
                    <a:pt x="315" y="55"/>
                    <a:pt x="307" y="49"/>
                    <a:pt x="297" y="49"/>
                  </a:cubicBezTo>
                  <a:close/>
                  <a:moveTo>
                    <a:pt x="8" y="81"/>
                  </a:moveTo>
                  <a:cubicBezTo>
                    <a:pt x="30" y="95"/>
                    <a:pt x="44" y="97"/>
                    <a:pt x="68" y="100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71" y="100"/>
                    <a:pt x="74" y="98"/>
                    <a:pt x="74" y="95"/>
                  </a:cubicBezTo>
                  <a:cubicBezTo>
                    <a:pt x="75" y="91"/>
                    <a:pt x="72" y="88"/>
                    <a:pt x="69" y="88"/>
                  </a:cubicBezTo>
                  <a:cubicBezTo>
                    <a:pt x="46" y="85"/>
                    <a:pt x="35" y="84"/>
                    <a:pt x="14" y="71"/>
                  </a:cubicBezTo>
                  <a:cubicBezTo>
                    <a:pt x="12" y="70"/>
                    <a:pt x="12" y="68"/>
                    <a:pt x="12" y="68"/>
                  </a:cubicBezTo>
                  <a:cubicBezTo>
                    <a:pt x="12" y="67"/>
                    <a:pt x="13" y="64"/>
                    <a:pt x="18" y="64"/>
                  </a:cubicBezTo>
                  <a:cubicBezTo>
                    <a:pt x="19" y="64"/>
                    <a:pt x="21" y="64"/>
                    <a:pt x="23" y="65"/>
                  </a:cubicBezTo>
                  <a:cubicBezTo>
                    <a:pt x="24" y="65"/>
                    <a:pt x="72" y="83"/>
                    <a:pt x="109" y="83"/>
                  </a:cubicBezTo>
                  <a:cubicBezTo>
                    <a:pt x="110" y="83"/>
                    <a:pt x="110" y="83"/>
                    <a:pt x="111" y="83"/>
                  </a:cubicBezTo>
                  <a:cubicBezTo>
                    <a:pt x="114" y="83"/>
                    <a:pt x="117" y="81"/>
                    <a:pt x="117" y="77"/>
                  </a:cubicBezTo>
                  <a:cubicBezTo>
                    <a:pt x="117" y="74"/>
                    <a:pt x="114" y="71"/>
                    <a:pt x="111" y="71"/>
                  </a:cubicBezTo>
                  <a:cubicBezTo>
                    <a:pt x="109" y="71"/>
                    <a:pt x="109" y="71"/>
                    <a:pt x="109" y="71"/>
                  </a:cubicBezTo>
                  <a:cubicBezTo>
                    <a:pt x="92" y="71"/>
                    <a:pt x="72" y="67"/>
                    <a:pt x="56" y="63"/>
                  </a:cubicBezTo>
                  <a:cubicBezTo>
                    <a:pt x="40" y="58"/>
                    <a:pt x="28" y="54"/>
                    <a:pt x="28" y="54"/>
                  </a:cubicBezTo>
                  <a:cubicBezTo>
                    <a:pt x="25" y="53"/>
                    <a:pt x="21" y="52"/>
                    <a:pt x="18" y="52"/>
                  </a:cubicBezTo>
                  <a:cubicBezTo>
                    <a:pt x="8" y="52"/>
                    <a:pt x="0" y="59"/>
                    <a:pt x="0" y="68"/>
                  </a:cubicBezTo>
                  <a:cubicBezTo>
                    <a:pt x="0" y="73"/>
                    <a:pt x="3" y="78"/>
                    <a:pt x="7" y="81"/>
                  </a:cubicBezTo>
                  <a:lnTo>
                    <a:pt x="8" y="81"/>
                  </a:lnTo>
                  <a:close/>
                  <a:moveTo>
                    <a:pt x="156" y="69"/>
                  </a:moveTo>
                  <a:cubicBezTo>
                    <a:pt x="175" y="69"/>
                    <a:pt x="190" y="54"/>
                    <a:pt x="190" y="35"/>
                  </a:cubicBezTo>
                  <a:cubicBezTo>
                    <a:pt x="190" y="16"/>
                    <a:pt x="175" y="0"/>
                    <a:pt x="156" y="0"/>
                  </a:cubicBezTo>
                  <a:cubicBezTo>
                    <a:pt x="137" y="0"/>
                    <a:pt x="121" y="16"/>
                    <a:pt x="121" y="35"/>
                  </a:cubicBezTo>
                  <a:cubicBezTo>
                    <a:pt x="121" y="54"/>
                    <a:pt x="137" y="69"/>
                    <a:pt x="156" y="69"/>
                  </a:cubicBezTo>
                  <a:close/>
                  <a:moveTo>
                    <a:pt x="156" y="12"/>
                  </a:moveTo>
                  <a:cubicBezTo>
                    <a:pt x="168" y="12"/>
                    <a:pt x="178" y="22"/>
                    <a:pt x="178" y="35"/>
                  </a:cubicBezTo>
                  <a:cubicBezTo>
                    <a:pt x="178" y="47"/>
                    <a:pt x="168" y="57"/>
                    <a:pt x="156" y="57"/>
                  </a:cubicBezTo>
                  <a:cubicBezTo>
                    <a:pt x="143" y="57"/>
                    <a:pt x="133" y="47"/>
                    <a:pt x="133" y="35"/>
                  </a:cubicBezTo>
                  <a:cubicBezTo>
                    <a:pt x="133" y="22"/>
                    <a:pt x="143" y="12"/>
                    <a:pt x="156" y="12"/>
                  </a:cubicBezTo>
                  <a:close/>
                  <a:moveTo>
                    <a:pt x="103" y="295"/>
                  </a:moveTo>
                  <a:cubicBezTo>
                    <a:pt x="103" y="295"/>
                    <a:pt x="103" y="295"/>
                    <a:pt x="103" y="295"/>
                  </a:cubicBezTo>
                  <a:cubicBezTo>
                    <a:pt x="53" y="275"/>
                    <a:pt x="18" y="225"/>
                    <a:pt x="18" y="168"/>
                  </a:cubicBezTo>
                  <a:cubicBezTo>
                    <a:pt x="18" y="146"/>
                    <a:pt x="23" y="126"/>
                    <a:pt x="32" y="108"/>
                  </a:cubicBezTo>
                  <a:cubicBezTo>
                    <a:pt x="34" y="105"/>
                    <a:pt x="32" y="101"/>
                    <a:pt x="29" y="100"/>
                  </a:cubicBezTo>
                  <a:cubicBezTo>
                    <a:pt x="26" y="98"/>
                    <a:pt x="23" y="100"/>
                    <a:pt x="21" y="103"/>
                  </a:cubicBezTo>
                  <a:cubicBezTo>
                    <a:pt x="12" y="122"/>
                    <a:pt x="6" y="145"/>
                    <a:pt x="6" y="168"/>
                  </a:cubicBezTo>
                  <a:cubicBezTo>
                    <a:pt x="6" y="230"/>
                    <a:pt x="45" y="284"/>
                    <a:pt x="99" y="307"/>
                  </a:cubicBezTo>
                  <a:cubicBezTo>
                    <a:pt x="100" y="307"/>
                    <a:pt x="100" y="307"/>
                    <a:pt x="101" y="307"/>
                  </a:cubicBezTo>
                  <a:cubicBezTo>
                    <a:pt x="103" y="307"/>
                    <a:pt x="106" y="306"/>
                    <a:pt x="107" y="303"/>
                  </a:cubicBezTo>
                  <a:cubicBezTo>
                    <a:pt x="108" y="300"/>
                    <a:pt x="107" y="297"/>
                    <a:pt x="103" y="295"/>
                  </a:cubicBezTo>
                  <a:close/>
                  <a:moveTo>
                    <a:pt x="283" y="100"/>
                  </a:moveTo>
                  <a:cubicBezTo>
                    <a:pt x="280" y="101"/>
                    <a:pt x="279" y="105"/>
                    <a:pt x="280" y="108"/>
                  </a:cubicBezTo>
                  <a:cubicBezTo>
                    <a:pt x="280" y="108"/>
                    <a:pt x="280" y="108"/>
                    <a:pt x="280" y="108"/>
                  </a:cubicBezTo>
                  <a:cubicBezTo>
                    <a:pt x="289" y="126"/>
                    <a:pt x="294" y="146"/>
                    <a:pt x="294" y="168"/>
                  </a:cubicBezTo>
                  <a:cubicBezTo>
                    <a:pt x="294" y="226"/>
                    <a:pt x="258" y="276"/>
                    <a:pt x="207" y="296"/>
                  </a:cubicBezTo>
                  <a:cubicBezTo>
                    <a:pt x="204" y="298"/>
                    <a:pt x="202" y="301"/>
                    <a:pt x="204" y="304"/>
                  </a:cubicBezTo>
                  <a:cubicBezTo>
                    <a:pt x="204" y="307"/>
                    <a:pt x="207" y="308"/>
                    <a:pt x="209" y="308"/>
                  </a:cubicBezTo>
                  <a:cubicBezTo>
                    <a:pt x="210" y="308"/>
                    <a:pt x="211" y="308"/>
                    <a:pt x="211" y="308"/>
                  </a:cubicBezTo>
                  <a:cubicBezTo>
                    <a:pt x="267" y="286"/>
                    <a:pt x="306" y="231"/>
                    <a:pt x="306" y="168"/>
                  </a:cubicBezTo>
                  <a:cubicBezTo>
                    <a:pt x="306" y="144"/>
                    <a:pt x="301" y="122"/>
                    <a:pt x="291" y="102"/>
                  </a:cubicBezTo>
                  <a:cubicBezTo>
                    <a:pt x="290" y="99"/>
                    <a:pt x="286" y="98"/>
                    <a:pt x="283" y="100"/>
                  </a:cubicBezTo>
                  <a:close/>
                  <a:moveTo>
                    <a:pt x="204" y="39"/>
                  </a:moveTo>
                  <a:cubicBezTo>
                    <a:pt x="204" y="39"/>
                    <a:pt x="204" y="39"/>
                    <a:pt x="204" y="39"/>
                  </a:cubicBezTo>
                  <a:cubicBezTo>
                    <a:pt x="216" y="43"/>
                    <a:pt x="226" y="49"/>
                    <a:pt x="236" y="55"/>
                  </a:cubicBezTo>
                  <a:cubicBezTo>
                    <a:pt x="237" y="56"/>
                    <a:pt x="239" y="57"/>
                    <a:pt x="240" y="57"/>
                  </a:cubicBezTo>
                  <a:cubicBezTo>
                    <a:pt x="242" y="57"/>
                    <a:pt x="243" y="56"/>
                    <a:pt x="245" y="54"/>
                  </a:cubicBezTo>
                  <a:cubicBezTo>
                    <a:pt x="247" y="51"/>
                    <a:pt x="246" y="48"/>
                    <a:pt x="243" y="46"/>
                  </a:cubicBezTo>
                  <a:cubicBezTo>
                    <a:pt x="233" y="38"/>
                    <a:pt x="221" y="32"/>
                    <a:pt x="209" y="27"/>
                  </a:cubicBezTo>
                  <a:cubicBezTo>
                    <a:pt x="205" y="26"/>
                    <a:pt x="202" y="28"/>
                    <a:pt x="201" y="31"/>
                  </a:cubicBezTo>
                  <a:cubicBezTo>
                    <a:pt x="200" y="34"/>
                    <a:pt x="201" y="37"/>
                    <a:pt x="204" y="39"/>
                  </a:cubicBezTo>
                  <a:close/>
                  <a:moveTo>
                    <a:pt x="73" y="57"/>
                  </a:moveTo>
                  <a:cubicBezTo>
                    <a:pt x="74" y="57"/>
                    <a:pt x="75" y="57"/>
                    <a:pt x="76" y="56"/>
                  </a:cubicBezTo>
                  <a:cubicBezTo>
                    <a:pt x="76" y="56"/>
                    <a:pt x="76" y="56"/>
                    <a:pt x="76" y="56"/>
                  </a:cubicBezTo>
                  <a:cubicBezTo>
                    <a:pt x="86" y="49"/>
                    <a:pt x="97" y="43"/>
                    <a:pt x="109" y="38"/>
                  </a:cubicBezTo>
                  <a:cubicBezTo>
                    <a:pt x="112" y="37"/>
                    <a:pt x="114" y="34"/>
                    <a:pt x="112" y="31"/>
                  </a:cubicBezTo>
                  <a:cubicBezTo>
                    <a:pt x="111" y="28"/>
                    <a:pt x="108" y="26"/>
                    <a:pt x="105" y="27"/>
                  </a:cubicBezTo>
                  <a:cubicBezTo>
                    <a:pt x="92" y="32"/>
                    <a:pt x="80" y="38"/>
                    <a:pt x="69" y="46"/>
                  </a:cubicBezTo>
                  <a:cubicBezTo>
                    <a:pt x="66" y="48"/>
                    <a:pt x="66" y="52"/>
                    <a:pt x="68" y="54"/>
                  </a:cubicBezTo>
                  <a:cubicBezTo>
                    <a:pt x="69" y="56"/>
                    <a:pt x="71" y="57"/>
                    <a:pt x="73" y="57"/>
                  </a:cubicBezTo>
                  <a:close/>
                  <a:moveTo>
                    <a:pt x="228" y="194"/>
                  </a:moveTo>
                  <a:cubicBezTo>
                    <a:pt x="228" y="193"/>
                    <a:pt x="228" y="193"/>
                    <a:pt x="228" y="193"/>
                  </a:cubicBezTo>
                  <a:cubicBezTo>
                    <a:pt x="228" y="102"/>
                    <a:pt x="228" y="102"/>
                    <a:pt x="228" y="102"/>
                  </a:cubicBezTo>
                  <a:cubicBezTo>
                    <a:pt x="228" y="100"/>
                    <a:pt x="226" y="97"/>
                    <a:pt x="224" y="97"/>
                  </a:cubicBezTo>
                  <a:cubicBezTo>
                    <a:pt x="159" y="79"/>
                    <a:pt x="159" y="79"/>
                    <a:pt x="159" y="79"/>
                  </a:cubicBezTo>
                  <a:cubicBezTo>
                    <a:pt x="158" y="78"/>
                    <a:pt x="156" y="78"/>
                    <a:pt x="155" y="78"/>
                  </a:cubicBezTo>
                  <a:cubicBezTo>
                    <a:pt x="89" y="96"/>
                    <a:pt x="89" y="96"/>
                    <a:pt x="89" y="96"/>
                  </a:cubicBezTo>
                  <a:cubicBezTo>
                    <a:pt x="86" y="97"/>
                    <a:pt x="84" y="99"/>
                    <a:pt x="84" y="102"/>
                  </a:cubicBezTo>
                  <a:cubicBezTo>
                    <a:pt x="84" y="106"/>
                    <a:pt x="84" y="106"/>
                    <a:pt x="84" y="106"/>
                  </a:cubicBezTo>
                  <a:cubicBezTo>
                    <a:pt x="84" y="117"/>
                    <a:pt x="84" y="117"/>
                    <a:pt x="84" y="117"/>
                  </a:cubicBezTo>
                  <a:cubicBezTo>
                    <a:pt x="84" y="127"/>
                    <a:pt x="84" y="127"/>
                    <a:pt x="84" y="127"/>
                  </a:cubicBezTo>
                  <a:cubicBezTo>
                    <a:pt x="85" y="197"/>
                    <a:pt x="85" y="197"/>
                    <a:pt x="85" y="197"/>
                  </a:cubicBezTo>
                  <a:cubicBezTo>
                    <a:pt x="85" y="198"/>
                    <a:pt x="85" y="198"/>
                    <a:pt x="85" y="198"/>
                  </a:cubicBezTo>
                  <a:cubicBezTo>
                    <a:pt x="87" y="212"/>
                    <a:pt x="98" y="218"/>
                    <a:pt x="99" y="219"/>
                  </a:cubicBezTo>
                  <a:cubicBezTo>
                    <a:pt x="117" y="231"/>
                    <a:pt x="117" y="231"/>
                    <a:pt x="117" y="231"/>
                  </a:cubicBezTo>
                  <a:cubicBezTo>
                    <a:pt x="117" y="334"/>
                    <a:pt x="117" y="334"/>
                    <a:pt x="117" y="334"/>
                  </a:cubicBezTo>
                  <a:cubicBezTo>
                    <a:pt x="117" y="337"/>
                    <a:pt x="120" y="340"/>
                    <a:pt x="123" y="340"/>
                  </a:cubicBezTo>
                  <a:cubicBezTo>
                    <a:pt x="126" y="340"/>
                    <a:pt x="129" y="337"/>
                    <a:pt x="129" y="334"/>
                  </a:cubicBezTo>
                  <a:cubicBezTo>
                    <a:pt x="129" y="238"/>
                    <a:pt x="129" y="238"/>
                    <a:pt x="129" y="238"/>
                  </a:cubicBezTo>
                  <a:cubicBezTo>
                    <a:pt x="155" y="255"/>
                    <a:pt x="155" y="255"/>
                    <a:pt x="155" y="255"/>
                  </a:cubicBezTo>
                  <a:cubicBezTo>
                    <a:pt x="156" y="256"/>
                    <a:pt x="157" y="256"/>
                    <a:pt x="159" y="256"/>
                  </a:cubicBezTo>
                  <a:cubicBezTo>
                    <a:pt x="160" y="256"/>
                    <a:pt x="161" y="256"/>
                    <a:pt x="162" y="255"/>
                  </a:cubicBezTo>
                  <a:cubicBezTo>
                    <a:pt x="162" y="255"/>
                    <a:pt x="173" y="248"/>
                    <a:pt x="185" y="239"/>
                  </a:cubicBezTo>
                  <a:cubicBezTo>
                    <a:pt x="185" y="333"/>
                    <a:pt x="185" y="333"/>
                    <a:pt x="185" y="333"/>
                  </a:cubicBezTo>
                  <a:cubicBezTo>
                    <a:pt x="185" y="337"/>
                    <a:pt x="187" y="339"/>
                    <a:pt x="190" y="339"/>
                  </a:cubicBezTo>
                  <a:cubicBezTo>
                    <a:pt x="194" y="339"/>
                    <a:pt x="196" y="337"/>
                    <a:pt x="196" y="333"/>
                  </a:cubicBezTo>
                  <a:cubicBezTo>
                    <a:pt x="196" y="231"/>
                    <a:pt x="196" y="231"/>
                    <a:pt x="196" y="231"/>
                  </a:cubicBezTo>
                  <a:cubicBezTo>
                    <a:pt x="204" y="225"/>
                    <a:pt x="211" y="221"/>
                    <a:pt x="214" y="219"/>
                  </a:cubicBezTo>
                  <a:cubicBezTo>
                    <a:pt x="226" y="210"/>
                    <a:pt x="228" y="195"/>
                    <a:pt x="228" y="194"/>
                  </a:cubicBezTo>
                  <a:close/>
                  <a:moveTo>
                    <a:pt x="207" y="209"/>
                  </a:moveTo>
                  <a:cubicBezTo>
                    <a:pt x="200" y="213"/>
                    <a:pt x="169" y="236"/>
                    <a:pt x="158" y="243"/>
                  </a:cubicBezTo>
                  <a:cubicBezTo>
                    <a:pt x="105" y="209"/>
                    <a:pt x="105" y="209"/>
                    <a:pt x="105" y="209"/>
                  </a:cubicBezTo>
                  <a:cubicBezTo>
                    <a:pt x="105" y="209"/>
                    <a:pt x="105" y="209"/>
                    <a:pt x="104" y="208"/>
                  </a:cubicBezTo>
                  <a:cubicBezTo>
                    <a:pt x="102" y="206"/>
                    <a:pt x="97" y="201"/>
                    <a:pt x="97" y="197"/>
                  </a:cubicBezTo>
                  <a:cubicBezTo>
                    <a:pt x="96" y="127"/>
                    <a:pt x="96" y="127"/>
                    <a:pt x="96" y="127"/>
                  </a:cubicBezTo>
                  <a:cubicBezTo>
                    <a:pt x="96" y="117"/>
                    <a:pt x="96" y="117"/>
                    <a:pt x="96" y="117"/>
                  </a:cubicBezTo>
                  <a:cubicBezTo>
                    <a:pt x="96" y="106"/>
                    <a:pt x="96" y="106"/>
                    <a:pt x="96" y="106"/>
                  </a:cubicBezTo>
                  <a:cubicBezTo>
                    <a:pt x="157" y="91"/>
                    <a:pt x="157" y="91"/>
                    <a:pt x="157" y="91"/>
                  </a:cubicBezTo>
                  <a:cubicBezTo>
                    <a:pt x="216" y="107"/>
                    <a:pt x="216" y="107"/>
                    <a:pt x="216" y="107"/>
                  </a:cubicBezTo>
                  <a:cubicBezTo>
                    <a:pt x="216" y="193"/>
                    <a:pt x="216" y="193"/>
                    <a:pt x="216" y="193"/>
                  </a:cubicBezTo>
                  <a:cubicBezTo>
                    <a:pt x="216" y="193"/>
                    <a:pt x="216" y="194"/>
                    <a:pt x="216" y="194"/>
                  </a:cubicBezTo>
                  <a:cubicBezTo>
                    <a:pt x="215" y="198"/>
                    <a:pt x="212" y="206"/>
                    <a:pt x="207" y="209"/>
                  </a:cubicBezTo>
                  <a:close/>
                  <a:moveTo>
                    <a:pt x="157" y="263"/>
                  </a:moveTo>
                  <a:cubicBezTo>
                    <a:pt x="154" y="263"/>
                    <a:pt x="151" y="266"/>
                    <a:pt x="151" y="269"/>
                  </a:cubicBezTo>
                  <a:cubicBezTo>
                    <a:pt x="151" y="333"/>
                    <a:pt x="151" y="333"/>
                    <a:pt x="151" y="333"/>
                  </a:cubicBezTo>
                  <a:cubicBezTo>
                    <a:pt x="151" y="336"/>
                    <a:pt x="154" y="339"/>
                    <a:pt x="157" y="339"/>
                  </a:cubicBezTo>
                  <a:cubicBezTo>
                    <a:pt x="160" y="339"/>
                    <a:pt x="163" y="336"/>
                    <a:pt x="163" y="333"/>
                  </a:cubicBezTo>
                  <a:cubicBezTo>
                    <a:pt x="163" y="269"/>
                    <a:pt x="163" y="269"/>
                    <a:pt x="163" y="269"/>
                  </a:cubicBezTo>
                  <a:cubicBezTo>
                    <a:pt x="163" y="266"/>
                    <a:pt x="160" y="263"/>
                    <a:pt x="157" y="26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AF151E5-36BB-9F76-739C-FF73F433DB70}"/>
              </a:ext>
            </a:extLst>
          </p:cNvPr>
          <p:cNvGrpSpPr/>
          <p:nvPr/>
        </p:nvGrpSpPr>
        <p:grpSpPr>
          <a:xfrm>
            <a:off x="-1053154" y="4942797"/>
            <a:ext cx="8289925" cy="1321062"/>
            <a:chOff x="-1053154" y="4884422"/>
            <a:chExt cx="8289925" cy="1321062"/>
          </a:xfrm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4C6917FC-6819-4054-849C-62731157F6D7}"/>
                </a:ext>
              </a:extLst>
            </p:cNvPr>
            <p:cNvSpPr/>
            <p:nvPr/>
          </p:nvSpPr>
          <p:spPr>
            <a:xfrm>
              <a:off x="-1053154" y="4884422"/>
              <a:ext cx="8289925" cy="1321062"/>
            </a:xfrm>
            <a:prstGeom prst="parallelogram">
              <a:avLst>
                <a:gd name="adj" fmla="val 5966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C936004-8EB0-A0C0-6DF8-7A140864CECC}"/>
                </a:ext>
              </a:extLst>
            </p:cNvPr>
            <p:cNvGrpSpPr/>
            <p:nvPr/>
          </p:nvGrpSpPr>
          <p:grpSpPr>
            <a:xfrm>
              <a:off x="1888205" y="5138099"/>
              <a:ext cx="4207795" cy="813708"/>
              <a:chOff x="1888205" y="5137938"/>
              <a:chExt cx="4207795" cy="813708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95C88A-758C-992D-082C-17857CB3124A}"/>
                  </a:ext>
                </a:extLst>
              </p:cNvPr>
              <p:cNvSpPr txBox="1"/>
              <p:nvPr/>
            </p:nvSpPr>
            <p:spPr>
              <a:xfrm>
                <a:off x="1888205" y="5520759"/>
                <a:ext cx="4207795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>
                  <a:defRPr sz="1400" b="0" i="0"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defRPr>
                </a:lvl1pPr>
              </a:lstStyle>
              <a:p>
                <a:r>
                  <a:rPr lang="en-US" dirty="0">
                    <a:solidFill>
                      <a:schemeClr val="bg1"/>
                    </a:solidFill>
                  </a:rPr>
                  <a:t>This is a sample text. Insert your desired text here. You can add sample text. This is a sample text. 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79BD56E-B303-35C3-C1B0-BEAD5F0BA218}"/>
                  </a:ext>
                </a:extLst>
              </p:cNvPr>
              <p:cNvSpPr txBox="1"/>
              <p:nvPr/>
            </p:nvSpPr>
            <p:spPr>
              <a:xfrm>
                <a:off x="1888205" y="5137938"/>
                <a:ext cx="2691415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r>
                  <a:rPr lang="en-US" sz="2000" b="1" dirty="0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Edit Text Here</a:t>
                </a:r>
              </a:p>
            </p:txBody>
          </p:sp>
        </p:grp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B08C7E3-50C8-3DB0-C269-0B075A23F51F}"/>
                </a:ext>
              </a:extLst>
            </p:cNvPr>
            <p:cNvSpPr/>
            <p:nvPr/>
          </p:nvSpPr>
          <p:spPr>
            <a:xfrm>
              <a:off x="686134" y="5123234"/>
              <a:ext cx="843440" cy="843438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 112">
              <a:extLst>
                <a:ext uri="{FF2B5EF4-FFF2-40B4-BE49-F238E27FC236}">
                  <a16:creationId xmlns:a16="http://schemas.microsoft.com/office/drawing/2014/main" id="{2BB9018F-8432-7C97-68BF-31925A66B0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97150" y="5334249"/>
              <a:ext cx="421409" cy="421409"/>
            </a:xfrm>
            <a:custGeom>
              <a:avLst/>
              <a:gdLst>
                <a:gd name="T0" fmla="*/ 12 w 313"/>
                <a:gd name="T1" fmla="*/ 156 h 313"/>
                <a:gd name="T2" fmla="*/ 18 w 313"/>
                <a:gd name="T3" fmla="*/ 84 h 313"/>
                <a:gd name="T4" fmla="*/ 22 w 313"/>
                <a:gd name="T5" fmla="*/ 230 h 313"/>
                <a:gd name="T6" fmla="*/ 94 w 313"/>
                <a:gd name="T7" fmla="*/ 26 h 313"/>
                <a:gd name="T8" fmla="*/ 226 w 313"/>
                <a:gd name="T9" fmla="*/ 29 h 313"/>
                <a:gd name="T10" fmla="*/ 157 w 313"/>
                <a:gd name="T11" fmla="*/ 0 h 313"/>
                <a:gd name="T12" fmla="*/ 94 w 313"/>
                <a:gd name="T13" fmla="*/ 26 h 313"/>
                <a:gd name="T14" fmla="*/ 281 w 313"/>
                <a:gd name="T15" fmla="*/ 62 h 313"/>
                <a:gd name="T16" fmla="*/ 292 w 313"/>
                <a:gd name="T17" fmla="*/ 32 h 313"/>
                <a:gd name="T18" fmla="*/ 262 w 313"/>
                <a:gd name="T19" fmla="*/ 21 h 313"/>
                <a:gd name="T20" fmla="*/ 237 w 313"/>
                <a:gd name="T21" fmla="*/ 28 h 313"/>
                <a:gd name="T22" fmla="*/ 125 w 313"/>
                <a:gd name="T23" fmla="*/ 74 h 313"/>
                <a:gd name="T24" fmla="*/ 63 w 313"/>
                <a:gd name="T25" fmla="*/ 31 h 313"/>
                <a:gd name="T26" fmla="*/ 34 w 313"/>
                <a:gd name="T27" fmla="*/ 22 h 313"/>
                <a:gd name="T28" fmla="*/ 22 w 313"/>
                <a:gd name="T29" fmla="*/ 52 h 313"/>
                <a:gd name="T30" fmla="*/ 29 w 313"/>
                <a:gd name="T31" fmla="*/ 74 h 313"/>
                <a:gd name="T32" fmla="*/ 75 w 313"/>
                <a:gd name="T33" fmla="*/ 191 h 313"/>
                <a:gd name="T34" fmla="*/ 32 w 313"/>
                <a:gd name="T35" fmla="*/ 251 h 313"/>
                <a:gd name="T36" fmla="*/ 22 w 313"/>
                <a:gd name="T37" fmla="*/ 280 h 313"/>
                <a:gd name="T38" fmla="*/ 43 w 313"/>
                <a:gd name="T39" fmla="*/ 295 h 313"/>
                <a:gd name="T40" fmla="*/ 157 w 313"/>
                <a:gd name="T41" fmla="*/ 313 h 313"/>
                <a:gd name="T42" fmla="*/ 247 w 313"/>
                <a:gd name="T43" fmla="*/ 284 h 313"/>
                <a:gd name="T44" fmla="*/ 270 w 313"/>
                <a:gd name="T45" fmla="*/ 296 h 313"/>
                <a:gd name="T46" fmla="*/ 291 w 313"/>
                <a:gd name="T47" fmla="*/ 282 h 313"/>
                <a:gd name="T48" fmla="*/ 281 w 313"/>
                <a:gd name="T49" fmla="*/ 251 h 313"/>
                <a:gd name="T50" fmla="*/ 238 w 313"/>
                <a:gd name="T51" fmla="*/ 190 h 313"/>
                <a:gd name="T52" fmla="*/ 280 w 313"/>
                <a:gd name="T53" fmla="*/ 82 h 313"/>
                <a:gd name="T54" fmla="*/ 272 w 313"/>
                <a:gd name="T55" fmla="*/ 29 h 313"/>
                <a:gd name="T56" fmla="*/ 284 w 313"/>
                <a:gd name="T57" fmla="*/ 42 h 313"/>
                <a:gd name="T58" fmla="*/ 260 w 313"/>
                <a:gd name="T59" fmla="*/ 39 h 313"/>
                <a:gd name="T60" fmla="*/ 274 w 313"/>
                <a:gd name="T61" fmla="*/ 72 h 313"/>
                <a:gd name="T62" fmla="*/ 242 w 313"/>
                <a:gd name="T63" fmla="*/ 40 h 313"/>
                <a:gd name="T64" fmla="*/ 157 w 313"/>
                <a:gd name="T65" fmla="*/ 233 h 313"/>
                <a:gd name="T66" fmla="*/ 88 w 313"/>
                <a:gd name="T67" fmla="*/ 124 h 313"/>
                <a:gd name="T68" fmla="*/ 31 w 313"/>
                <a:gd name="T69" fmla="*/ 44 h 313"/>
                <a:gd name="T70" fmla="*/ 42 w 313"/>
                <a:gd name="T71" fmla="*/ 30 h 313"/>
                <a:gd name="T72" fmla="*/ 54 w 313"/>
                <a:gd name="T73" fmla="*/ 39 h 313"/>
                <a:gd name="T74" fmla="*/ 41 w 313"/>
                <a:gd name="T75" fmla="*/ 69 h 313"/>
                <a:gd name="T76" fmla="*/ 82 w 313"/>
                <a:gd name="T77" fmla="*/ 110 h 313"/>
                <a:gd name="T78" fmla="*/ 43 w 313"/>
                <a:gd name="T79" fmla="*/ 283 h 313"/>
                <a:gd name="T80" fmla="*/ 30 w 313"/>
                <a:gd name="T81" fmla="*/ 270 h 313"/>
                <a:gd name="T82" fmla="*/ 53 w 313"/>
                <a:gd name="T83" fmla="*/ 274 h 313"/>
                <a:gd name="T84" fmla="*/ 81 w 313"/>
                <a:gd name="T85" fmla="*/ 202 h 313"/>
                <a:gd name="T86" fmla="*/ 41 w 313"/>
                <a:gd name="T87" fmla="*/ 242 h 313"/>
                <a:gd name="T88" fmla="*/ 123 w 313"/>
                <a:gd name="T89" fmla="*/ 238 h 313"/>
                <a:gd name="T90" fmla="*/ 232 w 313"/>
                <a:gd name="T91" fmla="*/ 279 h 313"/>
                <a:gd name="T92" fmla="*/ 201 w 313"/>
                <a:gd name="T93" fmla="*/ 233 h 313"/>
                <a:gd name="T94" fmla="*/ 259 w 313"/>
                <a:gd name="T95" fmla="*/ 259 h 313"/>
                <a:gd name="T96" fmla="*/ 272 w 313"/>
                <a:gd name="T97" fmla="*/ 284 h 313"/>
                <a:gd name="T98" fmla="*/ 259 w 313"/>
                <a:gd name="T99" fmla="*/ 274 h 313"/>
                <a:gd name="T100" fmla="*/ 283 w 313"/>
                <a:gd name="T101" fmla="*/ 272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13" h="313">
                  <a:moveTo>
                    <a:pt x="25" y="229"/>
                  </a:moveTo>
                  <a:cubicBezTo>
                    <a:pt x="28" y="228"/>
                    <a:pt x="29" y="224"/>
                    <a:pt x="28" y="221"/>
                  </a:cubicBezTo>
                  <a:cubicBezTo>
                    <a:pt x="18" y="202"/>
                    <a:pt x="12" y="180"/>
                    <a:pt x="12" y="156"/>
                  </a:cubicBezTo>
                  <a:cubicBezTo>
                    <a:pt x="12" y="132"/>
                    <a:pt x="18" y="110"/>
                    <a:pt x="29" y="90"/>
                  </a:cubicBezTo>
                  <a:cubicBezTo>
                    <a:pt x="30" y="87"/>
                    <a:pt x="29" y="83"/>
                    <a:pt x="26" y="82"/>
                  </a:cubicBezTo>
                  <a:cubicBezTo>
                    <a:pt x="23" y="80"/>
                    <a:pt x="19" y="81"/>
                    <a:pt x="18" y="84"/>
                  </a:cubicBezTo>
                  <a:cubicBezTo>
                    <a:pt x="7" y="106"/>
                    <a:pt x="0" y="130"/>
                    <a:pt x="0" y="156"/>
                  </a:cubicBezTo>
                  <a:cubicBezTo>
                    <a:pt x="0" y="182"/>
                    <a:pt x="6" y="205"/>
                    <a:pt x="17" y="226"/>
                  </a:cubicBezTo>
                  <a:cubicBezTo>
                    <a:pt x="18" y="229"/>
                    <a:pt x="20" y="230"/>
                    <a:pt x="22" y="230"/>
                  </a:cubicBezTo>
                  <a:cubicBezTo>
                    <a:pt x="23" y="230"/>
                    <a:pt x="24" y="230"/>
                    <a:pt x="25" y="229"/>
                  </a:cubicBezTo>
                  <a:close/>
                  <a:moveTo>
                    <a:pt x="94" y="26"/>
                  </a:moveTo>
                  <a:cubicBezTo>
                    <a:pt x="94" y="26"/>
                    <a:pt x="94" y="26"/>
                    <a:pt x="94" y="26"/>
                  </a:cubicBezTo>
                  <a:cubicBezTo>
                    <a:pt x="113" y="17"/>
                    <a:pt x="134" y="12"/>
                    <a:pt x="157" y="12"/>
                  </a:cubicBezTo>
                  <a:cubicBezTo>
                    <a:pt x="181" y="12"/>
                    <a:pt x="203" y="18"/>
                    <a:pt x="223" y="28"/>
                  </a:cubicBezTo>
                  <a:cubicBezTo>
                    <a:pt x="224" y="29"/>
                    <a:pt x="225" y="29"/>
                    <a:pt x="226" y="29"/>
                  </a:cubicBezTo>
                  <a:cubicBezTo>
                    <a:pt x="228" y="29"/>
                    <a:pt x="230" y="28"/>
                    <a:pt x="231" y="26"/>
                  </a:cubicBezTo>
                  <a:cubicBezTo>
                    <a:pt x="233" y="23"/>
                    <a:pt x="232" y="19"/>
                    <a:pt x="229" y="18"/>
                  </a:cubicBezTo>
                  <a:cubicBezTo>
                    <a:pt x="207" y="6"/>
                    <a:pt x="183" y="0"/>
                    <a:pt x="157" y="0"/>
                  </a:cubicBezTo>
                  <a:cubicBezTo>
                    <a:pt x="133" y="0"/>
                    <a:pt x="110" y="6"/>
                    <a:pt x="89" y="15"/>
                  </a:cubicBezTo>
                  <a:cubicBezTo>
                    <a:pt x="86" y="17"/>
                    <a:pt x="85" y="20"/>
                    <a:pt x="86" y="23"/>
                  </a:cubicBezTo>
                  <a:cubicBezTo>
                    <a:pt x="88" y="26"/>
                    <a:pt x="91" y="28"/>
                    <a:pt x="94" y="26"/>
                  </a:cubicBezTo>
                  <a:close/>
                  <a:moveTo>
                    <a:pt x="281" y="251"/>
                  </a:moveTo>
                  <a:cubicBezTo>
                    <a:pt x="301" y="225"/>
                    <a:pt x="313" y="192"/>
                    <a:pt x="313" y="156"/>
                  </a:cubicBezTo>
                  <a:cubicBezTo>
                    <a:pt x="313" y="121"/>
                    <a:pt x="301" y="89"/>
                    <a:pt x="281" y="62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5" y="49"/>
                    <a:pt x="296" y="45"/>
                    <a:pt x="296" y="42"/>
                  </a:cubicBezTo>
                  <a:cubicBezTo>
                    <a:pt x="296" y="38"/>
                    <a:pt x="295" y="35"/>
                    <a:pt x="292" y="32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79" y="18"/>
                    <a:pt x="275" y="17"/>
                    <a:pt x="272" y="17"/>
                  </a:cubicBezTo>
                  <a:cubicBezTo>
                    <a:pt x="268" y="17"/>
                    <a:pt x="265" y="18"/>
                    <a:pt x="262" y="21"/>
                  </a:cubicBezTo>
                  <a:cubicBezTo>
                    <a:pt x="251" y="32"/>
                    <a:pt x="251" y="32"/>
                    <a:pt x="251" y="32"/>
                  </a:cubicBezTo>
                  <a:cubicBezTo>
                    <a:pt x="249" y="30"/>
                    <a:pt x="247" y="29"/>
                    <a:pt x="245" y="27"/>
                  </a:cubicBezTo>
                  <a:cubicBezTo>
                    <a:pt x="243" y="26"/>
                    <a:pt x="239" y="26"/>
                    <a:pt x="237" y="28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80" y="71"/>
                    <a:pt x="169" y="68"/>
                    <a:pt x="157" y="68"/>
                  </a:cubicBezTo>
                  <a:cubicBezTo>
                    <a:pt x="146" y="68"/>
                    <a:pt x="135" y="70"/>
                    <a:pt x="125" y="74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6" y="25"/>
                    <a:pt x="73" y="24"/>
                    <a:pt x="71" y="26"/>
                  </a:cubicBezTo>
                  <a:cubicBezTo>
                    <a:pt x="68" y="28"/>
                    <a:pt x="65" y="30"/>
                    <a:pt x="63" y="31"/>
                  </a:cubicBezTo>
                  <a:cubicBezTo>
                    <a:pt x="53" y="22"/>
                    <a:pt x="53" y="22"/>
                    <a:pt x="53" y="22"/>
                  </a:cubicBezTo>
                  <a:cubicBezTo>
                    <a:pt x="51" y="19"/>
                    <a:pt x="47" y="18"/>
                    <a:pt x="43" y="18"/>
                  </a:cubicBezTo>
                  <a:cubicBezTo>
                    <a:pt x="40" y="18"/>
                    <a:pt x="36" y="19"/>
                    <a:pt x="34" y="2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0" y="35"/>
                    <a:pt x="18" y="39"/>
                    <a:pt x="18" y="42"/>
                  </a:cubicBezTo>
                  <a:cubicBezTo>
                    <a:pt x="18" y="46"/>
                    <a:pt x="20" y="49"/>
                    <a:pt x="22" y="52"/>
                  </a:cubicBezTo>
                  <a:cubicBezTo>
                    <a:pt x="32" y="62"/>
                    <a:pt x="32" y="62"/>
                    <a:pt x="32" y="62"/>
                  </a:cubicBezTo>
                  <a:cubicBezTo>
                    <a:pt x="31" y="63"/>
                    <a:pt x="30" y="65"/>
                    <a:pt x="29" y="67"/>
                  </a:cubicBezTo>
                  <a:cubicBezTo>
                    <a:pt x="27" y="69"/>
                    <a:pt x="27" y="72"/>
                    <a:pt x="29" y="74"/>
                  </a:cubicBezTo>
                  <a:cubicBezTo>
                    <a:pt x="76" y="121"/>
                    <a:pt x="76" y="121"/>
                    <a:pt x="76" y="121"/>
                  </a:cubicBezTo>
                  <a:cubicBezTo>
                    <a:pt x="71" y="132"/>
                    <a:pt x="68" y="144"/>
                    <a:pt x="68" y="156"/>
                  </a:cubicBezTo>
                  <a:cubicBezTo>
                    <a:pt x="68" y="169"/>
                    <a:pt x="71" y="180"/>
                    <a:pt x="75" y="191"/>
                  </a:cubicBezTo>
                  <a:cubicBezTo>
                    <a:pt x="29" y="237"/>
                    <a:pt x="29" y="237"/>
                    <a:pt x="29" y="237"/>
                  </a:cubicBezTo>
                  <a:cubicBezTo>
                    <a:pt x="26" y="239"/>
                    <a:pt x="26" y="243"/>
                    <a:pt x="28" y="245"/>
                  </a:cubicBezTo>
                  <a:cubicBezTo>
                    <a:pt x="29" y="247"/>
                    <a:pt x="30" y="249"/>
                    <a:pt x="32" y="251"/>
                  </a:cubicBezTo>
                  <a:cubicBezTo>
                    <a:pt x="22" y="260"/>
                    <a:pt x="22" y="260"/>
                    <a:pt x="22" y="260"/>
                  </a:cubicBezTo>
                  <a:cubicBezTo>
                    <a:pt x="19" y="263"/>
                    <a:pt x="18" y="267"/>
                    <a:pt x="18" y="270"/>
                  </a:cubicBezTo>
                  <a:cubicBezTo>
                    <a:pt x="18" y="274"/>
                    <a:pt x="19" y="277"/>
                    <a:pt x="22" y="280"/>
                  </a:cubicBezTo>
                  <a:cubicBezTo>
                    <a:pt x="32" y="291"/>
                    <a:pt x="32" y="291"/>
                    <a:pt x="32" y="291"/>
                  </a:cubicBezTo>
                  <a:cubicBezTo>
                    <a:pt x="35" y="294"/>
                    <a:pt x="39" y="295"/>
                    <a:pt x="43" y="295"/>
                  </a:cubicBezTo>
                  <a:cubicBezTo>
                    <a:pt x="43" y="295"/>
                    <a:pt x="43" y="295"/>
                    <a:pt x="43" y="295"/>
                  </a:cubicBezTo>
                  <a:cubicBezTo>
                    <a:pt x="46" y="295"/>
                    <a:pt x="50" y="294"/>
                    <a:pt x="52" y="291"/>
                  </a:cubicBezTo>
                  <a:cubicBezTo>
                    <a:pt x="62" y="281"/>
                    <a:pt x="62" y="281"/>
                    <a:pt x="62" y="281"/>
                  </a:cubicBezTo>
                  <a:cubicBezTo>
                    <a:pt x="89" y="301"/>
                    <a:pt x="121" y="313"/>
                    <a:pt x="157" y="313"/>
                  </a:cubicBezTo>
                  <a:cubicBezTo>
                    <a:pt x="189" y="313"/>
                    <a:pt x="219" y="303"/>
                    <a:pt x="244" y="286"/>
                  </a:cubicBezTo>
                  <a:cubicBezTo>
                    <a:pt x="245" y="286"/>
                    <a:pt x="246" y="285"/>
                    <a:pt x="247" y="284"/>
                  </a:cubicBezTo>
                  <a:cubicBezTo>
                    <a:pt x="247" y="284"/>
                    <a:pt x="247" y="284"/>
                    <a:pt x="247" y="284"/>
                  </a:cubicBezTo>
                  <a:cubicBezTo>
                    <a:pt x="248" y="283"/>
                    <a:pt x="249" y="283"/>
                    <a:pt x="250" y="282"/>
                  </a:cubicBezTo>
                  <a:cubicBezTo>
                    <a:pt x="260" y="292"/>
                    <a:pt x="260" y="292"/>
                    <a:pt x="260" y="292"/>
                  </a:cubicBezTo>
                  <a:cubicBezTo>
                    <a:pt x="263" y="295"/>
                    <a:pt x="267" y="296"/>
                    <a:pt x="270" y="296"/>
                  </a:cubicBezTo>
                  <a:cubicBezTo>
                    <a:pt x="270" y="296"/>
                    <a:pt x="270" y="296"/>
                    <a:pt x="270" y="296"/>
                  </a:cubicBezTo>
                  <a:cubicBezTo>
                    <a:pt x="274" y="296"/>
                    <a:pt x="277" y="295"/>
                    <a:pt x="280" y="292"/>
                  </a:cubicBezTo>
                  <a:cubicBezTo>
                    <a:pt x="291" y="282"/>
                    <a:pt x="291" y="282"/>
                    <a:pt x="291" y="282"/>
                  </a:cubicBezTo>
                  <a:cubicBezTo>
                    <a:pt x="294" y="279"/>
                    <a:pt x="295" y="275"/>
                    <a:pt x="295" y="272"/>
                  </a:cubicBezTo>
                  <a:cubicBezTo>
                    <a:pt x="295" y="268"/>
                    <a:pt x="294" y="265"/>
                    <a:pt x="291" y="262"/>
                  </a:cubicBezTo>
                  <a:lnTo>
                    <a:pt x="281" y="251"/>
                  </a:lnTo>
                  <a:close/>
                  <a:moveTo>
                    <a:pt x="301" y="156"/>
                  </a:moveTo>
                  <a:cubicBezTo>
                    <a:pt x="301" y="184"/>
                    <a:pt x="293" y="210"/>
                    <a:pt x="280" y="232"/>
                  </a:cubicBezTo>
                  <a:cubicBezTo>
                    <a:pt x="238" y="190"/>
                    <a:pt x="238" y="190"/>
                    <a:pt x="238" y="190"/>
                  </a:cubicBezTo>
                  <a:cubicBezTo>
                    <a:pt x="243" y="180"/>
                    <a:pt x="245" y="168"/>
                    <a:pt x="245" y="156"/>
                  </a:cubicBezTo>
                  <a:cubicBezTo>
                    <a:pt x="245" y="145"/>
                    <a:pt x="243" y="134"/>
                    <a:pt x="239" y="124"/>
                  </a:cubicBezTo>
                  <a:cubicBezTo>
                    <a:pt x="280" y="82"/>
                    <a:pt x="280" y="82"/>
                    <a:pt x="280" y="82"/>
                  </a:cubicBezTo>
                  <a:cubicBezTo>
                    <a:pt x="293" y="104"/>
                    <a:pt x="301" y="129"/>
                    <a:pt x="301" y="156"/>
                  </a:cubicBezTo>
                  <a:close/>
                  <a:moveTo>
                    <a:pt x="270" y="29"/>
                  </a:moveTo>
                  <a:cubicBezTo>
                    <a:pt x="271" y="29"/>
                    <a:pt x="271" y="29"/>
                    <a:pt x="272" y="29"/>
                  </a:cubicBezTo>
                  <a:cubicBezTo>
                    <a:pt x="272" y="29"/>
                    <a:pt x="273" y="29"/>
                    <a:pt x="273" y="29"/>
                  </a:cubicBezTo>
                  <a:cubicBezTo>
                    <a:pt x="284" y="40"/>
                    <a:pt x="284" y="40"/>
                    <a:pt x="284" y="40"/>
                  </a:cubicBezTo>
                  <a:cubicBezTo>
                    <a:pt x="284" y="41"/>
                    <a:pt x="284" y="41"/>
                    <a:pt x="284" y="42"/>
                  </a:cubicBezTo>
                  <a:cubicBezTo>
                    <a:pt x="284" y="42"/>
                    <a:pt x="284" y="43"/>
                    <a:pt x="284" y="43"/>
                  </a:cubicBezTo>
                  <a:cubicBezTo>
                    <a:pt x="274" y="53"/>
                    <a:pt x="274" y="53"/>
                    <a:pt x="274" y="53"/>
                  </a:cubicBezTo>
                  <a:cubicBezTo>
                    <a:pt x="270" y="48"/>
                    <a:pt x="265" y="44"/>
                    <a:pt x="260" y="39"/>
                  </a:cubicBezTo>
                  <a:lnTo>
                    <a:pt x="270" y="29"/>
                  </a:lnTo>
                  <a:close/>
                  <a:moveTo>
                    <a:pt x="242" y="40"/>
                  </a:moveTo>
                  <a:cubicBezTo>
                    <a:pt x="254" y="49"/>
                    <a:pt x="265" y="60"/>
                    <a:pt x="274" y="72"/>
                  </a:cubicBezTo>
                  <a:cubicBezTo>
                    <a:pt x="233" y="112"/>
                    <a:pt x="233" y="112"/>
                    <a:pt x="233" y="112"/>
                  </a:cubicBezTo>
                  <a:cubicBezTo>
                    <a:pt x="226" y="99"/>
                    <a:pt x="215" y="88"/>
                    <a:pt x="202" y="81"/>
                  </a:cubicBezTo>
                  <a:lnTo>
                    <a:pt x="242" y="40"/>
                  </a:lnTo>
                  <a:close/>
                  <a:moveTo>
                    <a:pt x="157" y="80"/>
                  </a:moveTo>
                  <a:cubicBezTo>
                    <a:pt x="199" y="80"/>
                    <a:pt x="233" y="114"/>
                    <a:pt x="233" y="156"/>
                  </a:cubicBezTo>
                  <a:cubicBezTo>
                    <a:pt x="233" y="199"/>
                    <a:pt x="199" y="233"/>
                    <a:pt x="157" y="233"/>
                  </a:cubicBezTo>
                  <a:cubicBezTo>
                    <a:pt x="115" y="233"/>
                    <a:pt x="80" y="199"/>
                    <a:pt x="80" y="156"/>
                  </a:cubicBezTo>
                  <a:cubicBezTo>
                    <a:pt x="80" y="145"/>
                    <a:pt x="83" y="134"/>
                    <a:pt x="87" y="124"/>
                  </a:cubicBezTo>
                  <a:cubicBezTo>
                    <a:pt x="88" y="124"/>
                    <a:pt x="88" y="124"/>
                    <a:pt x="88" y="124"/>
                  </a:cubicBezTo>
                  <a:cubicBezTo>
                    <a:pt x="89" y="123"/>
                    <a:pt x="89" y="122"/>
                    <a:pt x="90" y="120"/>
                  </a:cubicBezTo>
                  <a:cubicBezTo>
                    <a:pt x="102" y="96"/>
                    <a:pt x="128" y="80"/>
                    <a:pt x="157" y="80"/>
                  </a:cubicBezTo>
                  <a:close/>
                  <a:moveTo>
                    <a:pt x="31" y="44"/>
                  </a:moveTo>
                  <a:cubicBezTo>
                    <a:pt x="31" y="43"/>
                    <a:pt x="30" y="43"/>
                    <a:pt x="30" y="42"/>
                  </a:cubicBezTo>
                  <a:cubicBezTo>
                    <a:pt x="30" y="42"/>
                    <a:pt x="31" y="41"/>
                    <a:pt x="31" y="41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3" y="30"/>
                    <a:pt x="43" y="30"/>
                  </a:cubicBezTo>
                  <a:cubicBezTo>
                    <a:pt x="44" y="30"/>
                    <a:pt x="44" y="30"/>
                    <a:pt x="45" y="30"/>
                  </a:cubicBezTo>
                  <a:cubicBezTo>
                    <a:pt x="54" y="39"/>
                    <a:pt x="54" y="39"/>
                    <a:pt x="54" y="39"/>
                  </a:cubicBezTo>
                  <a:cubicBezTo>
                    <a:pt x="49" y="43"/>
                    <a:pt x="44" y="48"/>
                    <a:pt x="40" y="53"/>
                  </a:cubicBezTo>
                  <a:lnTo>
                    <a:pt x="31" y="44"/>
                  </a:lnTo>
                  <a:close/>
                  <a:moveTo>
                    <a:pt x="41" y="69"/>
                  </a:moveTo>
                  <a:cubicBezTo>
                    <a:pt x="50" y="58"/>
                    <a:pt x="61" y="47"/>
                    <a:pt x="73" y="39"/>
                  </a:cubicBezTo>
                  <a:cubicBezTo>
                    <a:pt x="114" y="79"/>
                    <a:pt x="114" y="79"/>
                    <a:pt x="114" y="79"/>
                  </a:cubicBezTo>
                  <a:cubicBezTo>
                    <a:pt x="101" y="87"/>
                    <a:pt x="90" y="97"/>
                    <a:pt x="82" y="110"/>
                  </a:cubicBezTo>
                  <a:lnTo>
                    <a:pt x="41" y="69"/>
                  </a:lnTo>
                  <a:close/>
                  <a:moveTo>
                    <a:pt x="44" y="283"/>
                  </a:moveTo>
                  <a:cubicBezTo>
                    <a:pt x="43" y="283"/>
                    <a:pt x="43" y="283"/>
                    <a:pt x="43" y="283"/>
                  </a:cubicBezTo>
                  <a:cubicBezTo>
                    <a:pt x="42" y="283"/>
                    <a:pt x="41" y="283"/>
                    <a:pt x="41" y="283"/>
                  </a:cubicBezTo>
                  <a:cubicBezTo>
                    <a:pt x="30" y="272"/>
                    <a:pt x="30" y="272"/>
                    <a:pt x="30" y="272"/>
                  </a:cubicBezTo>
                  <a:cubicBezTo>
                    <a:pt x="30" y="271"/>
                    <a:pt x="30" y="271"/>
                    <a:pt x="30" y="270"/>
                  </a:cubicBezTo>
                  <a:cubicBezTo>
                    <a:pt x="30" y="270"/>
                    <a:pt x="30" y="269"/>
                    <a:pt x="30" y="269"/>
                  </a:cubicBezTo>
                  <a:cubicBezTo>
                    <a:pt x="39" y="260"/>
                    <a:pt x="39" y="260"/>
                    <a:pt x="39" y="260"/>
                  </a:cubicBezTo>
                  <a:cubicBezTo>
                    <a:pt x="44" y="265"/>
                    <a:pt x="48" y="269"/>
                    <a:pt x="53" y="274"/>
                  </a:cubicBezTo>
                  <a:lnTo>
                    <a:pt x="44" y="283"/>
                  </a:lnTo>
                  <a:close/>
                  <a:moveTo>
                    <a:pt x="41" y="242"/>
                  </a:moveTo>
                  <a:cubicBezTo>
                    <a:pt x="81" y="202"/>
                    <a:pt x="81" y="202"/>
                    <a:pt x="81" y="202"/>
                  </a:cubicBezTo>
                  <a:cubicBezTo>
                    <a:pt x="89" y="215"/>
                    <a:pt x="99" y="225"/>
                    <a:pt x="112" y="233"/>
                  </a:cubicBezTo>
                  <a:cubicBezTo>
                    <a:pt x="72" y="273"/>
                    <a:pt x="72" y="273"/>
                    <a:pt x="72" y="273"/>
                  </a:cubicBezTo>
                  <a:cubicBezTo>
                    <a:pt x="60" y="264"/>
                    <a:pt x="49" y="254"/>
                    <a:pt x="41" y="242"/>
                  </a:cubicBezTo>
                  <a:close/>
                  <a:moveTo>
                    <a:pt x="157" y="301"/>
                  </a:moveTo>
                  <a:cubicBezTo>
                    <a:pt x="129" y="301"/>
                    <a:pt x="104" y="293"/>
                    <a:pt x="82" y="280"/>
                  </a:cubicBezTo>
                  <a:cubicBezTo>
                    <a:pt x="123" y="238"/>
                    <a:pt x="123" y="238"/>
                    <a:pt x="123" y="238"/>
                  </a:cubicBezTo>
                  <a:cubicBezTo>
                    <a:pt x="134" y="242"/>
                    <a:pt x="145" y="245"/>
                    <a:pt x="157" y="245"/>
                  </a:cubicBezTo>
                  <a:cubicBezTo>
                    <a:pt x="168" y="245"/>
                    <a:pt x="180" y="243"/>
                    <a:pt x="190" y="238"/>
                  </a:cubicBezTo>
                  <a:cubicBezTo>
                    <a:pt x="232" y="279"/>
                    <a:pt x="232" y="279"/>
                    <a:pt x="232" y="279"/>
                  </a:cubicBezTo>
                  <a:cubicBezTo>
                    <a:pt x="210" y="293"/>
                    <a:pt x="184" y="301"/>
                    <a:pt x="157" y="301"/>
                  </a:cubicBezTo>
                  <a:close/>
                  <a:moveTo>
                    <a:pt x="243" y="272"/>
                  </a:moveTo>
                  <a:cubicBezTo>
                    <a:pt x="201" y="233"/>
                    <a:pt x="201" y="233"/>
                    <a:pt x="201" y="233"/>
                  </a:cubicBezTo>
                  <a:cubicBezTo>
                    <a:pt x="214" y="225"/>
                    <a:pt x="225" y="214"/>
                    <a:pt x="233" y="201"/>
                  </a:cubicBezTo>
                  <a:cubicBezTo>
                    <a:pt x="273" y="242"/>
                    <a:pt x="273" y="242"/>
                    <a:pt x="273" y="242"/>
                  </a:cubicBezTo>
                  <a:cubicBezTo>
                    <a:pt x="269" y="248"/>
                    <a:pt x="264" y="253"/>
                    <a:pt x="259" y="259"/>
                  </a:cubicBezTo>
                  <a:cubicBezTo>
                    <a:pt x="254" y="264"/>
                    <a:pt x="248" y="268"/>
                    <a:pt x="243" y="272"/>
                  </a:cubicBezTo>
                  <a:close/>
                  <a:moveTo>
                    <a:pt x="283" y="273"/>
                  </a:moveTo>
                  <a:cubicBezTo>
                    <a:pt x="272" y="284"/>
                    <a:pt x="272" y="284"/>
                    <a:pt x="272" y="284"/>
                  </a:cubicBezTo>
                  <a:cubicBezTo>
                    <a:pt x="271" y="284"/>
                    <a:pt x="271" y="284"/>
                    <a:pt x="270" y="284"/>
                  </a:cubicBezTo>
                  <a:cubicBezTo>
                    <a:pt x="270" y="284"/>
                    <a:pt x="269" y="284"/>
                    <a:pt x="269" y="284"/>
                  </a:cubicBezTo>
                  <a:cubicBezTo>
                    <a:pt x="259" y="274"/>
                    <a:pt x="259" y="274"/>
                    <a:pt x="259" y="274"/>
                  </a:cubicBezTo>
                  <a:cubicBezTo>
                    <a:pt x="264" y="270"/>
                    <a:pt x="269" y="265"/>
                    <a:pt x="273" y="261"/>
                  </a:cubicBezTo>
                  <a:cubicBezTo>
                    <a:pt x="283" y="270"/>
                    <a:pt x="283" y="270"/>
                    <a:pt x="283" y="270"/>
                  </a:cubicBezTo>
                  <a:cubicBezTo>
                    <a:pt x="283" y="271"/>
                    <a:pt x="283" y="271"/>
                    <a:pt x="283" y="272"/>
                  </a:cubicBezTo>
                  <a:cubicBezTo>
                    <a:pt x="283" y="272"/>
                    <a:pt x="283" y="273"/>
                    <a:pt x="283" y="27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966969B-374E-44E3-1350-5D84A2F57D19}"/>
              </a:ext>
            </a:extLst>
          </p:cNvPr>
          <p:cNvSpPr/>
          <p:nvPr/>
        </p:nvSpPr>
        <p:spPr>
          <a:xfrm>
            <a:off x="6592825" y="824358"/>
            <a:ext cx="5599175" cy="6033642"/>
          </a:xfrm>
          <a:custGeom>
            <a:avLst/>
            <a:gdLst>
              <a:gd name="connsiteX0" fmla="*/ 0 w 5599175"/>
              <a:gd name="connsiteY0" fmla="*/ 6033643 h 6033642"/>
              <a:gd name="connsiteX1" fmla="*/ 5599176 w 5599175"/>
              <a:gd name="connsiteY1" fmla="*/ 6033643 h 6033642"/>
              <a:gd name="connsiteX2" fmla="*/ 5599176 w 5599175"/>
              <a:gd name="connsiteY2" fmla="*/ 3547237 h 6033642"/>
              <a:gd name="connsiteX3" fmla="*/ 3526155 w 5599175"/>
              <a:gd name="connsiteY3" fmla="*/ 0 h 6033642"/>
              <a:gd name="connsiteX4" fmla="*/ 0 w 5599175"/>
              <a:gd name="connsiteY4" fmla="*/ 6033643 h 603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99175" h="6033642">
                <a:moveTo>
                  <a:pt x="0" y="6033643"/>
                </a:moveTo>
                <a:lnTo>
                  <a:pt x="5599176" y="6033643"/>
                </a:lnTo>
                <a:lnTo>
                  <a:pt x="5599176" y="3547237"/>
                </a:lnTo>
                <a:lnTo>
                  <a:pt x="3526155" y="0"/>
                </a:lnTo>
                <a:lnTo>
                  <a:pt x="0" y="6033643"/>
                </a:lnTo>
                <a:close/>
              </a:path>
            </a:pathLst>
          </a:custGeom>
          <a:solidFill>
            <a:schemeClr val="tx1">
              <a:alpha val="66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8EC71C3-CC7A-2E17-D071-B48D4CC8C7DF}"/>
              </a:ext>
            </a:extLst>
          </p:cNvPr>
          <p:cNvSpPr/>
          <p:nvPr/>
        </p:nvSpPr>
        <p:spPr>
          <a:xfrm>
            <a:off x="6358447" y="0"/>
            <a:ext cx="4242371" cy="3629596"/>
          </a:xfrm>
          <a:custGeom>
            <a:avLst/>
            <a:gdLst>
              <a:gd name="connsiteX0" fmla="*/ 2121154 w 4242371"/>
              <a:gd name="connsiteY0" fmla="*/ 3629597 h 3629596"/>
              <a:gd name="connsiteX1" fmla="*/ 4242372 w 4242371"/>
              <a:gd name="connsiteY1" fmla="*/ 0 h 3629596"/>
              <a:gd name="connsiteX2" fmla="*/ 0 w 4242371"/>
              <a:gd name="connsiteY2" fmla="*/ 0 h 3629596"/>
              <a:gd name="connsiteX3" fmla="*/ 2121154 w 4242371"/>
              <a:gd name="connsiteY3" fmla="*/ 3629597 h 3629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2371" h="3629596">
                <a:moveTo>
                  <a:pt x="2121154" y="3629597"/>
                </a:moveTo>
                <a:lnTo>
                  <a:pt x="4242372" y="0"/>
                </a:lnTo>
                <a:lnTo>
                  <a:pt x="0" y="0"/>
                </a:lnTo>
                <a:lnTo>
                  <a:pt x="2121154" y="3629597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1A1C7AE-2D94-24C1-754A-A2F77E8DE90F}"/>
              </a:ext>
            </a:extLst>
          </p:cNvPr>
          <p:cNvCxnSpPr/>
          <p:nvPr/>
        </p:nvCxnSpPr>
        <p:spPr>
          <a:xfrm>
            <a:off x="637032" y="4786328"/>
            <a:ext cx="534924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2837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333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" grpId="0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C5DD5A-EB2E-233C-AF6D-92297A017E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4" y="979698"/>
            <a:ext cx="8037196" cy="553998"/>
          </a:xfrm>
        </p:spPr>
        <p:txBody>
          <a:bodyPr/>
          <a:lstStyle/>
          <a:p>
            <a:r>
              <a:rPr lang="es-ES_tradnl" noProof="1"/>
              <a:t>Metodología</a:t>
            </a:r>
            <a:endParaRPr lang="es-ES_tradnl" b="0" noProof="1"/>
          </a:p>
        </p:txBody>
      </p:sp>
      <p:sp>
        <p:nvSpPr>
          <p:cNvPr id="29" name="Rectangle 18">
            <a:extLst>
              <a:ext uri="{FF2B5EF4-FFF2-40B4-BE49-F238E27FC236}">
                <a16:creationId xmlns:a16="http://schemas.microsoft.com/office/drawing/2014/main" id="{259958DF-77F4-10DC-F8D9-458C9906A6B3}"/>
              </a:ext>
            </a:extLst>
          </p:cNvPr>
          <p:cNvSpPr txBox="1"/>
          <p:nvPr/>
        </p:nvSpPr>
        <p:spPr>
          <a:xfrm>
            <a:off x="4865831" y="1287475"/>
            <a:ext cx="6030769" cy="492443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This is a sample text. Insert your desired text here. You can add sample text. This is a sample text. Insert your desired text here. 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BF0E4DB-09E1-12DF-5EFF-22B4EA639085}"/>
              </a:ext>
            </a:extLst>
          </p:cNvPr>
          <p:cNvGrpSpPr/>
          <p:nvPr/>
        </p:nvGrpSpPr>
        <p:grpSpPr>
          <a:xfrm>
            <a:off x="695324" y="4029954"/>
            <a:ext cx="2685955" cy="2828046"/>
            <a:chOff x="695324" y="4029954"/>
            <a:chExt cx="2685955" cy="282804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48BED7D-2FD0-C26F-7F6F-FE87AC4718ED}"/>
                </a:ext>
              </a:extLst>
            </p:cNvPr>
            <p:cNvSpPr/>
            <p:nvPr/>
          </p:nvSpPr>
          <p:spPr>
            <a:xfrm rot="10800000">
              <a:off x="695324" y="4029954"/>
              <a:ext cx="2685955" cy="2828046"/>
            </a:xfrm>
            <a:custGeom>
              <a:avLst/>
              <a:gdLst>
                <a:gd name="connsiteX0" fmla="*/ 2685955 w 2685955"/>
                <a:gd name="connsiteY0" fmla="*/ 2828046 h 2828046"/>
                <a:gd name="connsiteX1" fmla="*/ 994166 w 2685955"/>
                <a:gd name="connsiteY1" fmla="*/ 2828046 h 2828046"/>
                <a:gd name="connsiteX2" fmla="*/ 0 w 2685955"/>
                <a:gd name="connsiteY2" fmla="*/ 2828046 h 2828046"/>
                <a:gd name="connsiteX3" fmla="*/ 0 w 2685955"/>
                <a:gd name="connsiteY3" fmla="*/ 156 h 2828046"/>
                <a:gd name="connsiteX4" fmla="*/ 0 w 2685955"/>
                <a:gd name="connsiteY4" fmla="*/ 0 h 2828046"/>
                <a:gd name="connsiteX5" fmla="*/ 1691789 w 2685955"/>
                <a:gd name="connsiteY5" fmla="*/ 0 h 2828046"/>
                <a:gd name="connsiteX6" fmla="*/ 2685955 w 2685955"/>
                <a:gd name="connsiteY6" fmla="*/ 0 h 2828046"/>
                <a:gd name="connsiteX7" fmla="*/ 2685955 w 2685955"/>
                <a:gd name="connsiteY7" fmla="*/ 2827890 h 2828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85955" h="2828046">
                  <a:moveTo>
                    <a:pt x="2685955" y="2828046"/>
                  </a:moveTo>
                  <a:lnTo>
                    <a:pt x="994166" y="2828046"/>
                  </a:lnTo>
                  <a:lnTo>
                    <a:pt x="0" y="2828046"/>
                  </a:lnTo>
                  <a:lnTo>
                    <a:pt x="0" y="156"/>
                  </a:lnTo>
                  <a:lnTo>
                    <a:pt x="0" y="0"/>
                  </a:lnTo>
                  <a:lnTo>
                    <a:pt x="1691789" y="0"/>
                  </a:lnTo>
                  <a:lnTo>
                    <a:pt x="2685955" y="0"/>
                  </a:lnTo>
                  <a:lnTo>
                    <a:pt x="2685955" y="2827890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  <a:effectLst>
              <a:outerShdw blurRad="152400" sx="102000" sy="102000" algn="ctr" rotWithShape="0">
                <a:prstClr val="black">
                  <a:alpha val="5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A888853-BDBA-296E-954F-308CD02D4D35}"/>
                </a:ext>
              </a:extLst>
            </p:cNvPr>
            <p:cNvGrpSpPr/>
            <p:nvPr/>
          </p:nvGrpSpPr>
          <p:grpSpPr>
            <a:xfrm>
              <a:off x="900588" y="5077412"/>
              <a:ext cx="2275428" cy="1369614"/>
              <a:chOff x="1346851" y="2714370"/>
              <a:chExt cx="4554226" cy="1369614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CD8CD49-8DA7-3F14-08EC-A5CD5A1C07B8}"/>
                  </a:ext>
                </a:extLst>
              </p:cNvPr>
              <p:cNvSpPr txBox="1"/>
              <p:nvPr/>
            </p:nvSpPr>
            <p:spPr>
              <a:xfrm>
                <a:off x="1481060" y="2714370"/>
                <a:ext cx="428580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 algn="ctr">
                  <a:defRPr/>
                </a:pPr>
                <a:r>
                  <a:rPr lang="en-US" sz="20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Milestone 1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D70F746-5458-4E86-9145-620BEBECB275}"/>
                  </a:ext>
                </a:extLst>
              </p:cNvPr>
              <p:cNvSpPr txBox="1"/>
              <p:nvPr/>
            </p:nvSpPr>
            <p:spPr>
              <a:xfrm>
                <a:off x="1346851" y="3222210"/>
                <a:ext cx="4554226" cy="861774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>
                <a:defPPr>
                  <a:defRPr lang="en-US"/>
                </a:defPPr>
                <a:lvl1pPr>
                  <a:defRPr sz="1600">
                    <a:latin typeface="Segoe UI" panose="020B0502040204020203" pitchFamily="34" charset="0"/>
                    <a:cs typeface="Segoe UI" panose="020B0502040204020203" pitchFamily="34" charset="0"/>
                  </a:defRPr>
                </a:lvl1pPr>
              </a:lstStyle>
              <a:p>
                <a:pPr algn="ctr"/>
                <a:r>
                  <a:rPr lang="en-US" sz="1400" dirty="0"/>
                  <a:t>This is a sample text. Insert your desired text here. You can add sample text. This is a sample text. </a:t>
                </a:r>
              </a:p>
            </p:txBody>
          </p:sp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F618E0E-3210-E853-58F4-1813BED9799D}"/>
              </a:ext>
            </a:extLst>
          </p:cNvPr>
          <p:cNvGrpSpPr/>
          <p:nvPr/>
        </p:nvGrpSpPr>
        <p:grpSpPr>
          <a:xfrm>
            <a:off x="3381435" y="3150023"/>
            <a:ext cx="2685955" cy="3707821"/>
            <a:chOff x="3381435" y="3150023"/>
            <a:chExt cx="2685955" cy="3707821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B9AF089-2530-1AC6-3537-09752BF280C1}"/>
                </a:ext>
              </a:extLst>
            </p:cNvPr>
            <p:cNvSpPr/>
            <p:nvPr/>
          </p:nvSpPr>
          <p:spPr>
            <a:xfrm rot="10800000">
              <a:off x="3381435" y="3150023"/>
              <a:ext cx="2685955" cy="3707821"/>
            </a:xfrm>
            <a:custGeom>
              <a:avLst/>
              <a:gdLst>
                <a:gd name="connsiteX0" fmla="*/ 2685955 w 2685955"/>
                <a:gd name="connsiteY0" fmla="*/ 3707821 h 3707821"/>
                <a:gd name="connsiteX1" fmla="*/ 0 w 2685955"/>
                <a:gd name="connsiteY1" fmla="*/ 3707821 h 3707821"/>
                <a:gd name="connsiteX2" fmla="*/ 0 w 2685955"/>
                <a:gd name="connsiteY2" fmla="*/ 3707820 h 3707821"/>
                <a:gd name="connsiteX3" fmla="*/ 0 w 2685955"/>
                <a:gd name="connsiteY3" fmla="*/ 1 h 3707821"/>
                <a:gd name="connsiteX4" fmla="*/ 0 w 2685955"/>
                <a:gd name="connsiteY4" fmla="*/ 0 h 3707821"/>
                <a:gd name="connsiteX5" fmla="*/ 2685955 w 2685955"/>
                <a:gd name="connsiteY5" fmla="*/ 0 h 3707821"/>
                <a:gd name="connsiteX6" fmla="*/ 2685955 w 2685955"/>
                <a:gd name="connsiteY6" fmla="*/ 1 h 3707821"/>
                <a:gd name="connsiteX7" fmla="*/ 2685955 w 2685955"/>
                <a:gd name="connsiteY7" fmla="*/ 3707820 h 3707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85955" h="3707821">
                  <a:moveTo>
                    <a:pt x="2685955" y="3707821"/>
                  </a:moveTo>
                  <a:lnTo>
                    <a:pt x="0" y="3707821"/>
                  </a:lnTo>
                  <a:lnTo>
                    <a:pt x="0" y="3707820"/>
                  </a:lnTo>
                  <a:lnTo>
                    <a:pt x="0" y="1"/>
                  </a:lnTo>
                  <a:lnTo>
                    <a:pt x="0" y="0"/>
                  </a:lnTo>
                  <a:lnTo>
                    <a:pt x="2685955" y="0"/>
                  </a:lnTo>
                  <a:lnTo>
                    <a:pt x="2685955" y="1"/>
                  </a:lnTo>
                  <a:lnTo>
                    <a:pt x="2685955" y="3707820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A742332-C270-0B88-788D-E88C84F4B095}"/>
                </a:ext>
              </a:extLst>
            </p:cNvPr>
            <p:cNvGrpSpPr/>
            <p:nvPr/>
          </p:nvGrpSpPr>
          <p:grpSpPr>
            <a:xfrm>
              <a:off x="3576208" y="4240732"/>
              <a:ext cx="2275428" cy="1369614"/>
              <a:chOff x="1346851" y="2714370"/>
              <a:chExt cx="4554226" cy="1369614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E75DA75-011F-C930-31A5-D820DEC91390}"/>
                  </a:ext>
                </a:extLst>
              </p:cNvPr>
              <p:cNvSpPr txBox="1"/>
              <p:nvPr/>
            </p:nvSpPr>
            <p:spPr>
              <a:xfrm>
                <a:off x="1481060" y="2714370"/>
                <a:ext cx="428580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 algn="ctr">
                  <a:defRPr/>
                </a:pPr>
                <a:r>
                  <a:rPr lang="en-US" sz="2000" b="1" dirty="0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Milestone 2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47A3CB6-0733-EFCE-E9F6-A5E9A9327289}"/>
                  </a:ext>
                </a:extLst>
              </p:cNvPr>
              <p:cNvSpPr txBox="1"/>
              <p:nvPr/>
            </p:nvSpPr>
            <p:spPr>
              <a:xfrm>
                <a:off x="1346851" y="3222210"/>
                <a:ext cx="4554226" cy="861774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>
                <a:defPPr>
                  <a:defRPr lang="en-US"/>
                </a:defPPr>
                <a:lvl1pPr>
                  <a:defRPr sz="1600">
                    <a:latin typeface="Segoe UI" panose="020B0502040204020203" pitchFamily="34" charset="0"/>
                    <a:cs typeface="Segoe UI" panose="020B0502040204020203" pitchFamily="34" charset="0"/>
                  </a:defRPr>
                </a:lvl1pPr>
              </a:lstStyle>
              <a:p>
                <a:pPr algn="ctr"/>
                <a:r>
                  <a:rPr lang="en-US" sz="1400" dirty="0">
                    <a:solidFill>
                      <a:schemeClr val="bg1"/>
                    </a:solidFill>
                  </a:rPr>
                  <a:t>This is a sample text. Insert your desired text here. You can add sample text. This is a sample text. </a:t>
                </a: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505FE84-62CE-300D-53D4-BC2F8D685FC1}"/>
              </a:ext>
            </a:extLst>
          </p:cNvPr>
          <p:cNvGrpSpPr/>
          <p:nvPr/>
        </p:nvGrpSpPr>
        <p:grpSpPr>
          <a:xfrm>
            <a:off x="6067077" y="3566905"/>
            <a:ext cx="2685956" cy="3290938"/>
            <a:chOff x="6067077" y="3566905"/>
            <a:chExt cx="2685956" cy="3290938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4AE4273-01FF-BF3D-3421-33C3C2946BB9}"/>
                </a:ext>
              </a:extLst>
            </p:cNvPr>
            <p:cNvSpPr/>
            <p:nvPr/>
          </p:nvSpPr>
          <p:spPr>
            <a:xfrm rot="10800000">
              <a:off x="6067077" y="3566905"/>
              <a:ext cx="2685956" cy="3290938"/>
            </a:xfrm>
            <a:custGeom>
              <a:avLst/>
              <a:gdLst>
                <a:gd name="connsiteX0" fmla="*/ 2685956 w 2685956"/>
                <a:gd name="connsiteY0" fmla="*/ 3290938 h 3290938"/>
                <a:gd name="connsiteX1" fmla="*/ 1 w 2685956"/>
                <a:gd name="connsiteY1" fmla="*/ 3290938 h 3290938"/>
                <a:gd name="connsiteX2" fmla="*/ 1 w 2685956"/>
                <a:gd name="connsiteY2" fmla="*/ 3290937 h 3290938"/>
                <a:gd name="connsiteX3" fmla="*/ 0 w 2685956"/>
                <a:gd name="connsiteY3" fmla="*/ 3290937 h 3290938"/>
                <a:gd name="connsiteX4" fmla="*/ 0 w 2685956"/>
                <a:gd name="connsiteY4" fmla="*/ 0 h 3290938"/>
                <a:gd name="connsiteX5" fmla="*/ 2685955 w 2685956"/>
                <a:gd name="connsiteY5" fmla="*/ 0 h 3290938"/>
                <a:gd name="connsiteX6" fmla="*/ 2685955 w 2685956"/>
                <a:gd name="connsiteY6" fmla="*/ 1 h 3290938"/>
                <a:gd name="connsiteX7" fmla="*/ 2685956 w 2685956"/>
                <a:gd name="connsiteY7" fmla="*/ 1 h 329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85956" h="3290938">
                  <a:moveTo>
                    <a:pt x="2685956" y="3290938"/>
                  </a:moveTo>
                  <a:lnTo>
                    <a:pt x="1" y="3290938"/>
                  </a:lnTo>
                  <a:lnTo>
                    <a:pt x="1" y="3290937"/>
                  </a:lnTo>
                  <a:lnTo>
                    <a:pt x="0" y="3290937"/>
                  </a:lnTo>
                  <a:lnTo>
                    <a:pt x="0" y="0"/>
                  </a:lnTo>
                  <a:lnTo>
                    <a:pt x="2685955" y="0"/>
                  </a:lnTo>
                  <a:lnTo>
                    <a:pt x="2685955" y="1"/>
                  </a:lnTo>
                  <a:lnTo>
                    <a:pt x="2685956" y="1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7E8638E-C057-9ED9-625D-1C666187BC5F}"/>
                </a:ext>
              </a:extLst>
            </p:cNvPr>
            <p:cNvGrpSpPr/>
            <p:nvPr/>
          </p:nvGrpSpPr>
          <p:grpSpPr>
            <a:xfrm>
              <a:off x="6272341" y="4666439"/>
              <a:ext cx="2275428" cy="1369614"/>
              <a:chOff x="1346851" y="2714370"/>
              <a:chExt cx="4554226" cy="1369614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000CB69-F229-CA5E-A3EC-24031439D4E3}"/>
                  </a:ext>
                </a:extLst>
              </p:cNvPr>
              <p:cNvSpPr txBox="1"/>
              <p:nvPr/>
            </p:nvSpPr>
            <p:spPr>
              <a:xfrm>
                <a:off x="1481060" y="2714370"/>
                <a:ext cx="428580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 algn="ctr">
                  <a:defRPr/>
                </a:pPr>
                <a:r>
                  <a:rPr lang="en-US" sz="2000" b="1" dirty="0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Milestone 3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7DFD425-4D9E-ECF8-2F9F-08CB7E966A7B}"/>
                  </a:ext>
                </a:extLst>
              </p:cNvPr>
              <p:cNvSpPr txBox="1"/>
              <p:nvPr/>
            </p:nvSpPr>
            <p:spPr>
              <a:xfrm>
                <a:off x="1346851" y="3222210"/>
                <a:ext cx="4554226" cy="861774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>
                <a:defPPr>
                  <a:defRPr lang="en-US"/>
                </a:defPPr>
                <a:lvl1pPr>
                  <a:defRPr sz="1600">
                    <a:latin typeface="Segoe UI" panose="020B0502040204020203" pitchFamily="34" charset="0"/>
                    <a:cs typeface="Segoe UI" panose="020B0502040204020203" pitchFamily="34" charset="0"/>
                  </a:defRPr>
                </a:lvl1pPr>
              </a:lstStyle>
              <a:p>
                <a:pPr algn="ctr"/>
                <a:r>
                  <a:rPr lang="en-US" sz="1400" dirty="0">
                    <a:solidFill>
                      <a:schemeClr val="bg1"/>
                    </a:solidFill>
                  </a:rPr>
                  <a:t>This is a sample text. Insert your desired text here. You can add sample text. This is a sample text. 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C6B89C6-4291-CF42-8EDE-EF1832BF498F}"/>
              </a:ext>
            </a:extLst>
          </p:cNvPr>
          <p:cNvGrpSpPr/>
          <p:nvPr/>
        </p:nvGrpSpPr>
        <p:grpSpPr>
          <a:xfrm>
            <a:off x="8753033" y="2626571"/>
            <a:ext cx="2685955" cy="4231272"/>
            <a:chOff x="8753033" y="2626571"/>
            <a:chExt cx="2685955" cy="423127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1E186A8-45BE-79A7-E865-519722B06B41}"/>
                </a:ext>
              </a:extLst>
            </p:cNvPr>
            <p:cNvSpPr/>
            <p:nvPr/>
          </p:nvSpPr>
          <p:spPr>
            <a:xfrm rot="10800000">
              <a:off x="8753033" y="2626571"/>
              <a:ext cx="2685955" cy="4231272"/>
            </a:xfrm>
            <a:custGeom>
              <a:avLst/>
              <a:gdLst>
                <a:gd name="connsiteX0" fmla="*/ 2685955 w 2685955"/>
                <a:gd name="connsiteY0" fmla="*/ 4231272 h 4231272"/>
                <a:gd name="connsiteX1" fmla="*/ 0 w 2685955"/>
                <a:gd name="connsiteY1" fmla="*/ 4231272 h 4231272"/>
                <a:gd name="connsiteX2" fmla="*/ 0 w 2685955"/>
                <a:gd name="connsiteY2" fmla="*/ 4231271 h 4231272"/>
                <a:gd name="connsiteX3" fmla="*/ 0 w 2685955"/>
                <a:gd name="connsiteY3" fmla="*/ 1 h 4231272"/>
                <a:gd name="connsiteX4" fmla="*/ 0 w 2685955"/>
                <a:gd name="connsiteY4" fmla="*/ 0 h 4231272"/>
                <a:gd name="connsiteX5" fmla="*/ 2685955 w 2685955"/>
                <a:gd name="connsiteY5" fmla="*/ 0 h 4231272"/>
                <a:gd name="connsiteX6" fmla="*/ 2685955 w 2685955"/>
                <a:gd name="connsiteY6" fmla="*/ 1 h 4231272"/>
                <a:gd name="connsiteX7" fmla="*/ 2685955 w 2685955"/>
                <a:gd name="connsiteY7" fmla="*/ 4231271 h 4231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85955" h="4231272">
                  <a:moveTo>
                    <a:pt x="2685955" y="4231272"/>
                  </a:moveTo>
                  <a:lnTo>
                    <a:pt x="0" y="4231272"/>
                  </a:lnTo>
                  <a:lnTo>
                    <a:pt x="0" y="4231271"/>
                  </a:lnTo>
                  <a:lnTo>
                    <a:pt x="0" y="1"/>
                  </a:lnTo>
                  <a:lnTo>
                    <a:pt x="0" y="0"/>
                  </a:lnTo>
                  <a:lnTo>
                    <a:pt x="2685955" y="0"/>
                  </a:lnTo>
                  <a:lnTo>
                    <a:pt x="2685955" y="1"/>
                  </a:lnTo>
                  <a:lnTo>
                    <a:pt x="2685955" y="4231271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D0D60E6A-0259-85F0-078C-C9D51A1E2012}"/>
                </a:ext>
              </a:extLst>
            </p:cNvPr>
            <p:cNvGrpSpPr/>
            <p:nvPr/>
          </p:nvGrpSpPr>
          <p:grpSpPr>
            <a:xfrm>
              <a:off x="8958296" y="3750394"/>
              <a:ext cx="2275428" cy="1585058"/>
              <a:chOff x="1346851" y="2714370"/>
              <a:chExt cx="4554226" cy="1585058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B4487F1-1C1D-1440-B0C2-4F704E0A57CB}"/>
                  </a:ext>
                </a:extLst>
              </p:cNvPr>
              <p:cNvSpPr txBox="1"/>
              <p:nvPr/>
            </p:nvSpPr>
            <p:spPr>
              <a:xfrm>
                <a:off x="1481060" y="2714370"/>
                <a:ext cx="428580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 algn="ctr">
                  <a:defRPr/>
                </a:pPr>
                <a:r>
                  <a:rPr lang="en-US" sz="2000" b="1" dirty="0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Milestone 4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CDD670D-4E7A-AE1C-E2FF-D1B044D4FF9F}"/>
                  </a:ext>
                </a:extLst>
              </p:cNvPr>
              <p:cNvSpPr txBox="1"/>
              <p:nvPr/>
            </p:nvSpPr>
            <p:spPr>
              <a:xfrm>
                <a:off x="1346851" y="3222210"/>
                <a:ext cx="4554226" cy="1077218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>
                <a:defPPr>
                  <a:defRPr lang="en-US"/>
                </a:defPPr>
                <a:lvl1pPr>
                  <a:defRPr sz="1600">
                    <a:latin typeface="Segoe UI" panose="020B0502040204020203" pitchFamily="34" charset="0"/>
                    <a:cs typeface="Segoe UI" panose="020B0502040204020203" pitchFamily="34" charset="0"/>
                  </a:defRPr>
                </a:lvl1pPr>
              </a:lstStyle>
              <a:p>
                <a:pPr algn="ctr"/>
                <a:r>
                  <a:rPr lang="en-US" sz="1400" dirty="0">
                    <a:solidFill>
                      <a:schemeClr val="bg1"/>
                    </a:solidFill>
                  </a:rPr>
                  <a:t>This is a sample text. Insert your desired text here. You can add sample text. This is a sample text. Insert your desired text here. </a:t>
                </a:r>
              </a:p>
            </p:txBody>
          </p: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8B495A1-3E81-A8ED-BB68-02F65C2F29E3}"/>
              </a:ext>
            </a:extLst>
          </p:cNvPr>
          <p:cNvGrpSpPr/>
          <p:nvPr/>
        </p:nvGrpSpPr>
        <p:grpSpPr>
          <a:xfrm>
            <a:off x="4087927" y="2513382"/>
            <a:ext cx="1272971" cy="1272971"/>
            <a:chOff x="4087927" y="2513382"/>
            <a:chExt cx="1272971" cy="1272971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F7D0E02B-740F-79E8-B83B-A12F191308AA}"/>
                </a:ext>
              </a:extLst>
            </p:cNvPr>
            <p:cNvGrpSpPr/>
            <p:nvPr/>
          </p:nvGrpSpPr>
          <p:grpSpPr>
            <a:xfrm>
              <a:off x="4087927" y="2513382"/>
              <a:ext cx="1272971" cy="1272971"/>
              <a:chOff x="4087927" y="2513382"/>
              <a:chExt cx="1272971" cy="1272971"/>
            </a:xfrm>
          </p:grpSpPr>
          <p:sp>
            <p:nvSpPr>
              <p:cNvPr id="13" name="Oval 7">
                <a:extLst>
                  <a:ext uri="{FF2B5EF4-FFF2-40B4-BE49-F238E27FC236}">
                    <a16:creationId xmlns:a16="http://schemas.microsoft.com/office/drawing/2014/main" id="{490D6878-18CD-AB72-4930-9339335340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7927" y="2513382"/>
                <a:ext cx="1272971" cy="1272971"/>
              </a:xfrm>
              <a:prstGeom prst="ellipse">
                <a:avLst/>
              </a:prstGeom>
              <a:solidFill>
                <a:srgbClr val="F0F0F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" name="Oval 8">
                <a:extLst>
                  <a:ext uri="{FF2B5EF4-FFF2-40B4-BE49-F238E27FC236}">
                    <a16:creationId xmlns:a16="http://schemas.microsoft.com/office/drawing/2014/main" id="{7CAB702E-1C26-D9B3-48D8-5B394B389A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389" y="2618844"/>
                <a:ext cx="1062047" cy="1062047"/>
              </a:xfrm>
              <a:prstGeom prst="ellipse">
                <a:avLst/>
              </a:prstGeom>
              <a:noFill/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AEB2B5DD-21CA-C02D-C694-895E9FA272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64344" y="2932153"/>
              <a:ext cx="520136" cy="435429"/>
            </a:xfrm>
            <a:custGeom>
              <a:avLst/>
              <a:gdLst>
                <a:gd name="T0" fmla="*/ 116 w 175"/>
                <a:gd name="T1" fmla="*/ 23 h 146"/>
                <a:gd name="T2" fmla="*/ 59 w 175"/>
                <a:gd name="T3" fmla="*/ 18 h 146"/>
                <a:gd name="T4" fmla="*/ 41 w 175"/>
                <a:gd name="T5" fmla="*/ 57 h 146"/>
                <a:gd name="T6" fmla="*/ 51 w 175"/>
                <a:gd name="T7" fmla="*/ 72 h 146"/>
                <a:gd name="T8" fmla="*/ 67 w 175"/>
                <a:gd name="T9" fmla="*/ 64 h 146"/>
                <a:gd name="T10" fmla="*/ 75 w 175"/>
                <a:gd name="T11" fmla="*/ 51 h 146"/>
                <a:gd name="T12" fmla="*/ 129 w 175"/>
                <a:gd name="T13" fmla="*/ 96 h 146"/>
                <a:gd name="T14" fmla="*/ 122 w 175"/>
                <a:gd name="T15" fmla="*/ 102 h 146"/>
                <a:gd name="T16" fmla="*/ 106 w 175"/>
                <a:gd name="T17" fmla="*/ 91 h 146"/>
                <a:gd name="T18" fmla="*/ 117 w 175"/>
                <a:gd name="T19" fmla="*/ 107 h 146"/>
                <a:gd name="T20" fmla="*/ 111 w 175"/>
                <a:gd name="T21" fmla="*/ 114 h 146"/>
                <a:gd name="T22" fmla="*/ 95 w 175"/>
                <a:gd name="T23" fmla="*/ 103 h 146"/>
                <a:gd name="T24" fmla="*/ 106 w 175"/>
                <a:gd name="T25" fmla="*/ 119 h 146"/>
                <a:gd name="T26" fmla="*/ 99 w 175"/>
                <a:gd name="T27" fmla="*/ 125 h 146"/>
                <a:gd name="T28" fmla="*/ 83 w 175"/>
                <a:gd name="T29" fmla="*/ 114 h 146"/>
                <a:gd name="T30" fmla="*/ 94 w 175"/>
                <a:gd name="T31" fmla="*/ 131 h 146"/>
                <a:gd name="T32" fmla="*/ 88 w 175"/>
                <a:gd name="T33" fmla="*/ 137 h 146"/>
                <a:gd name="T34" fmla="*/ 73 w 175"/>
                <a:gd name="T35" fmla="*/ 114 h 146"/>
                <a:gd name="T36" fmla="*/ 61 w 175"/>
                <a:gd name="T37" fmla="*/ 102 h 146"/>
                <a:gd name="T38" fmla="*/ 50 w 175"/>
                <a:gd name="T39" fmla="*/ 91 h 146"/>
                <a:gd name="T40" fmla="*/ 38 w 175"/>
                <a:gd name="T41" fmla="*/ 79 h 146"/>
                <a:gd name="T42" fmla="*/ 6 w 175"/>
                <a:gd name="T43" fmla="*/ 56 h 146"/>
                <a:gd name="T44" fmla="*/ 1 w 175"/>
                <a:gd name="T45" fmla="*/ 61 h 146"/>
                <a:gd name="T46" fmla="*/ 16 w 175"/>
                <a:gd name="T47" fmla="*/ 89 h 146"/>
                <a:gd name="T48" fmla="*/ 28 w 175"/>
                <a:gd name="T49" fmla="*/ 101 h 146"/>
                <a:gd name="T50" fmla="*/ 39 w 175"/>
                <a:gd name="T51" fmla="*/ 112 h 146"/>
                <a:gd name="T52" fmla="*/ 51 w 175"/>
                <a:gd name="T53" fmla="*/ 124 h 146"/>
                <a:gd name="T54" fmla="*/ 62 w 175"/>
                <a:gd name="T55" fmla="*/ 136 h 146"/>
                <a:gd name="T56" fmla="*/ 83 w 175"/>
                <a:gd name="T57" fmla="*/ 142 h 146"/>
                <a:gd name="T58" fmla="*/ 102 w 175"/>
                <a:gd name="T59" fmla="*/ 134 h 146"/>
                <a:gd name="T60" fmla="*/ 114 w 175"/>
                <a:gd name="T61" fmla="*/ 122 h 146"/>
                <a:gd name="T62" fmla="*/ 125 w 175"/>
                <a:gd name="T63" fmla="*/ 110 h 146"/>
                <a:gd name="T64" fmla="*/ 134 w 175"/>
                <a:gd name="T65" fmla="*/ 91 h 146"/>
                <a:gd name="T66" fmla="*/ 151 w 175"/>
                <a:gd name="T67" fmla="*/ 62 h 146"/>
                <a:gd name="T68" fmla="*/ 118 w 175"/>
                <a:gd name="T69" fmla="*/ 24 h 146"/>
                <a:gd name="T70" fmla="*/ 143 w 175"/>
                <a:gd name="T71" fmla="*/ 2 h 146"/>
                <a:gd name="T72" fmla="*/ 123 w 175"/>
                <a:gd name="T73" fmla="*/ 13 h 146"/>
                <a:gd name="T74" fmla="*/ 152 w 175"/>
                <a:gd name="T75" fmla="*/ 52 h 146"/>
                <a:gd name="T76" fmla="*/ 173 w 175"/>
                <a:gd name="T77" fmla="*/ 42 h 146"/>
                <a:gd name="T78" fmla="*/ 157 w 175"/>
                <a:gd name="T79" fmla="*/ 47 h 146"/>
                <a:gd name="T80" fmla="*/ 157 w 175"/>
                <a:gd name="T81" fmla="*/ 35 h 146"/>
                <a:gd name="T82" fmla="*/ 157 w 175"/>
                <a:gd name="T83" fmla="*/ 47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75" h="146">
                  <a:moveTo>
                    <a:pt x="118" y="24"/>
                  </a:moveTo>
                  <a:cubicBezTo>
                    <a:pt x="118" y="23"/>
                    <a:pt x="117" y="23"/>
                    <a:pt x="116" y="23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70" y="8"/>
                    <a:pt x="61" y="15"/>
                    <a:pt x="59" y="18"/>
                  </a:cubicBezTo>
                  <a:cubicBezTo>
                    <a:pt x="57" y="19"/>
                    <a:pt x="56" y="21"/>
                    <a:pt x="56" y="22"/>
                  </a:cubicBezTo>
                  <a:cubicBezTo>
                    <a:pt x="41" y="57"/>
                    <a:pt x="41" y="57"/>
                    <a:pt x="41" y="57"/>
                  </a:cubicBezTo>
                  <a:cubicBezTo>
                    <a:pt x="40" y="59"/>
                    <a:pt x="40" y="61"/>
                    <a:pt x="42" y="64"/>
                  </a:cubicBezTo>
                  <a:cubicBezTo>
                    <a:pt x="44" y="68"/>
                    <a:pt x="47" y="71"/>
                    <a:pt x="51" y="72"/>
                  </a:cubicBezTo>
                  <a:cubicBezTo>
                    <a:pt x="56" y="73"/>
                    <a:pt x="61" y="71"/>
                    <a:pt x="64" y="67"/>
                  </a:cubicBezTo>
                  <a:cubicBezTo>
                    <a:pt x="65" y="66"/>
                    <a:pt x="66" y="65"/>
                    <a:pt x="67" y="64"/>
                  </a:cubicBezTo>
                  <a:cubicBezTo>
                    <a:pt x="72" y="55"/>
                    <a:pt x="72" y="55"/>
                    <a:pt x="72" y="55"/>
                  </a:cubicBezTo>
                  <a:cubicBezTo>
                    <a:pt x="72" y="54"/>
                    <a:pt x="74" y="52"/>
                    <a:pt x="75" y="51"/>
                  </a:cubicBezTo>
                  <a:cubicBezTo>
                    <a:pt x="79" y="47"/>
                    <a:pt x="81" y="49"/>
                    <a:pt x="82" y="49"/>
                  </a:cubicBezTo>
                  <a:cubicBezTo>
                    <a:pt x="90" y="57"/>
                    <a:pt x="129" y="96"/>
                    <a:pt x="129" y="96"/>
                  </a:cubicBezTo>
                  <a:cubicBezTo>
                    <a:pt x="130" y="97"/>
                    <a:pt x="130" y="100"/>
                    <a:pt x="128" y="102"/>
                  </a:cubicBezTo>
                  <a:cubicBezTo>
                    <a:pt x="126" y="103"/>
                    <a:pt x="124" y="104"/>
                    <a:pt x="122" y="102"/>
                  </a:cubicBezTo>
                  <a:cubicBezTo>
                    <a:pt x="111" y="91"/>
                    <a:pt x="111" y="91"/>
                    <a:pt x="111" y="91"/>
                  </a:cubicBezTo>
                  <a:cubicBezTo>
                    <a:pt x="110" y="90"/>
                    <a:pt x="108" y="90"/>
                    <a:pt x="106" y="91"/>
                  </a:cubicBezTo>
                  <a:cubicBezTo>
                    <a:pt x="105" y="93"/>
                    <a:pt x="105" y="95"/>
                    <a:pt x="106" y="96"/>
                  </a:cubicBezTo>
                  <a:cubicBezTo>
                    <a:pt x="117" y="107"/>
                    <a:pt x="117" y="107"/>
                    <a:pt x="117" y="107"/>
                  </a:cubicBezTo>
                  <a:cubicBezTo>
                    <a:pt x="119" y="109"/>
                    <a:pt x="118" y="111"/>
                    <a:pt x="117" y="113"/>
                  </a:cubicBezTo>
                  <a:cubicBezTo>
                    <a:pt x="115" y="115"/>
                    <a:pt x="112" y="115"/>
                    <a:pt x="111" y="114"/>
                  </a:cubicBezTo>
                  <a:cubicBezTo>
                    <a:pt x="100" y="103"/>
                    <a:pt x="100" y="103"/>
                    <a:pt x="100" y="103"/>
                  </a:cubicBezTo>
                  <a:cubicBezTo>
                    <a:pt x="98" y="101"/>
                    <a:pt x="96" y="101"/>
                    <a:pt x="95" y="103"/>
                  </a:cubicBezTo>
                  <a:cubicBezTo>
                    <a:pt x="93" y="104"/>
                    <a:pt x="93" y="107"/>
                    <a:pt x="95" y="108"/>
                  </a:cubicBezTo>
                  <a:cubicBezTo>
                    <a:pt x="106" y="119"/>
                    <a:pt x="106" y="119"/>
                    <a:pt x="106" y="119"/>
                  </a:cubicBezTo>
                  <a:cubicBezTo>
                    <a:pt x="107" y="120"/>
                    <a:pt x="107" y="123"/>
                    <a:pt x="105" y="125"/>
                  </a:cubicBezTo>
                  <a:cubicBezTo>
                    <a:pt x="103" y="127"/>
                    <a:pt x="101" y="127"/>
                    <a:pt x="99" y="125"/>
                  </a:cubicBezTo>
                  <a:cubicBezTo>
                    <a:pt x="88" y="114"/>
                    <a:pt x="88" y="114"/>
                    <a:pt x="88" y="114"/>
                  </a:cubicBezTo>
                  <a:cubicBezTo>
                    <a:pt x="87" y="113"/>
                    <a:pt x="85" y="113"/>
                    <a:pt x="83" y="114"/>
                  </a:cubicBezTo>
                  <a:cubicBezTo>
                    <a:pt x="82" y="116"/>
                    <a:pt x="82" y="118"/>
                    <a:pt x="83" y="120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96" y="132"/>
                    <a:pt x="95" y="135"/>
                    <a:pt x="93" y="136"/>
                  </a:cubicBezTo>
                  <a:cubicBezTo>
                    <a:pt x="92" y="138"/>
                    <a:pt x="89" y="138"/>
                    <a:pt x="88" y="137"/>
                  </a:cubicBezTo>
                  <a:cubicBezTo>
                    <a:pt x="74" y="124"/>
                    <a:pt x="74" y="124"/>
                    <a:pt x="74" y="124"/>
                  </a:cubicBezTo>
                  <a:cubicBezTo>
                    <a:pt x="76" y="121"/>
                    <a:pt x="76" y="116"/>
                    <a:pt x="73" y="114"/>
                  </a:cubicBezTo>
                  <a:cubicBezTo>
                    <a:pt x="70" y="110"/>
                    <a:pt x="65" y="110"/>
                    <a:pt x="62" y="113"/>
                  </a:cubicBezTo>
                  <a:cubicBezTo>
                    <a:pt x="65" y="110"/>
                    <a:pt x="65" y="105"/>
                    <a:pt x="61" y="102"/>
                  </a:cubicBezTo>
                  <a:cubicBezTo>
                    <a:pt x="58" y="99"/>
                    <a:pt x="53" y="99"/>
                    <a:pt x="50" y="101"/>
                  </a:cubicBezTo>
                  <a:cubicBezTo>
                    <a:pt x="53" y="99"/>
                    <a:pt x="53" y="94"/>
                    <a:pt x="50" y="91"/>
                  </a:cubicBezTo>
                  <a:cubicBezTo>
                    <a:pt x="47" y="87"/>
                    <a:pt x="42" y="87"/>
                    <a:pt x="39" y="90"/>
                  </a:cubicBezTo>
                  <a:cubicBezTo>
                    <a:pt x="42" y="87"/>
                    <a:pt x="41" y="82"/>
                    <a:pt x="38" y="79"/>
                  </a:cubicBezTo>
                  <a:cubicBezTo>
                    <a:pt x="35" y="76"/>
                    <a:pt x="31" y="76"/>
                    <a:pt x="28" y="78"/>
                  </a:cubicBezTo>
                  <a:cubicBezTo>
                    <a:pt x="6" y="56"/>
                    <a:pt x="6" y="56"/>
                    <a:pt x="6" y="56"/>
                  </a:cubicBezTo>
                  <a:cubicBezTo>
                    <a:pt x="5" y="55"/>
                    <a:pt x="3" y="55"/>
                    <a:pt x="1" y="56"/>
                  </a:cubicBezTo>
                  <a:cubicBezTo>
                    <a:pt x="0" y="58"/>
                    <a:pt x="0" y="60"/>
                    <a:pt x="1" y="61"/>
                  </a:cubicBezTo>
                  <a:cubicBezTo>
                    <a:pt x="23" y="83"/>
                    <a:pt x="23" y="83"/>
                    <a:pt x="23" y="83"/>
                  </a:cubicBezTo>
                  <a:cubicBezTo>
                    <a:pt x="16" y="89"/>
                    <a:pt x="16" y="89"/>
                    <a:pt x="16" y="89"/>
                  </a:cubicBezTo>
                  <a:cubicBezTo>
                    <a:pt x="14" y="92"/>
                    <a:pt x="14" y="97"/>
                    <a:pt x="17" y="100"/>
                  </a:cubicBezTo>
                  <a:cubicBezTo>
                    <a:pt x="20" y="103"/>
                    <a:pt x="25" y="104"/>
                    <a:pt x="28" y="101"/>
                  </a:cubicBezTo>
                  <a:cubicBezTo>
                    <a:pt x="25" y="104"/>
                    <a:pt x="25" y="109"/>
                    <a:pt x="29" y="112"/>
                  </a:cubicBezTo>
                  <a:cubicBezTo>
                    <a:pt x="32" y="115"/>
                    <a:pt x="37" y="115"/>
                    <a:pt x="39" y="112"/>
                  </a:cubicBezTo>
                  <a:cubicBezTo>
                    <a:pt x="37" y="115"/>
                    <a:pt x="37" y="120"/>
                    <a:pt x="40" y="123"/>
                  </a:cubicBezTo>
                  <a:cubicBezTo>
                    <a:pt x="43" y="127"/>
                    <a:pt x="48" y="127"/>
                    <a:pt x="51" y="124"/>
                  </a:cubicBezTo>
                  <a:cubicBezTo>
                    <a:pt x="48" y="127"/>
                    <a:pt x="48" y="132"/>
                    <a:pt x="52" y="135"/>
                  </a:cubicBezTo>
                  <a:cubicBezTo>
                    <a:pt x="55" y="138"/>
                    <a:pt x="60" y="138"/>
                    <a:pt x="62" y="136"/>
                  </a:cubicBezTo>
                  <a:cubicBezTo>
                    <a:pt x="69" y="129"/>
                    <a:pt x="69" y="129"/>
                    <a:pt x="69" y="129"/>
                  </a:cubicBezTo>
                  <a:cubicBezTo>
                    <a:pt x="83" y="142"/>
                    <a:pt x="83" y="142"/>
                    <a:pt x="83" y="142"/>
                  </a:cubicBezTo>
                  <a:cubicBezTo>
                    <a:pt x="87" y="146"/>
                    <a:pt x="94" y="146"/>
                    <a:pt x="99" y="141"/>
                  </a:cubicBezTo>
                  <a:cubicBezTo>
                    <a:pt x="101" y="139"/>
                    <a:pt x="102" y="136"/>
                    <a:pt x="102" y="134"/>
                  </a:cubicBezTo>
                  <a:cubicBezTo>
                    <a:pt x="105" y="133"/>
                    <a:pt x="108" y="132"/>
                    <a:pt x="110" y="130"/>
                  </a:cubicBezTo>
                  <a:cubicBezTo>
                    <a:pt x="112" y="128"/>
                    <a:pt x="114" y="125"/>
                    <a:pt x="114" y="122"/>
                  </a:cubicBezTo>
                  <a:cubicBezTo>
                    <a:pt x="117" y="122"/>
                    <a:pt x="119" y="121"/>
                    <a:pt x="122" y="118"/>
                  </a:cubicBezTo>
                  <a:cubicBezTo>
                    <a:pt x="124" y="116"/>
                    <a:pt x="125" y="113"/>
                    <a:pt x="125" y="110"/>
                  </a:cubicBezTo>
                  <a:cubicBezTo>
                    <a:pt x="128" y="110"/>
                    <a:pt x="131" y="109"/>
                    <a:pt x="133" y="107"/>
                  </a:cubicBezTo>
                  <a:cubicBezTo>
                    <a:pt x="138" y="102"/>
                    <a:pt x="138" y="95"/>
                    <a:pt x="134" y="91"/>
                  </a:cubicBezTo>
                  <a:cubicBezTo>
                    <a:pt x="128" y="85"/>
                    <a:pt x="128" y="85"/>
                    <a:pt x="128" y="85"/>
                  </a:cubicBezTo>
                  <a:cubicBezTo>
                    <a:pt x="151" y="62"/>
                    <a:pt x="151" y="62"/>
                    <a:pt x="151" y="62"/>
                  </a:cubicBezTo>
                  <a:cubicBezTo>
                    <a:pt x="153" y="61"/>
                    <a:pt x="153" y="58"/>
                    <a:pt x="151" y="57"/>
                  </a:cubicBezTo>
                  <a:lnTo>
                    <a:pt x="118" y="24"/>
                  </a:lnTo>
                  <a:close/>
                  <a:moveTo>
                    <a:pt x="173" y="32"/>
                  </a:moveTo>
                  <a:cubicBezTo>
                    <a:pt x="143" y="2"/>
                    <a:pt x="143" y="2"/>
                    <a:pt x="143" y="2"/>
                  </a:cubicBezTo>
                  <a:cubicBezTo>
                    <a:pt x="140" y="0"/>
                    <a:pt x="136" y="0"/>
                    <a:pt x="133" y="2"/>
                  </a:cubicBezTo>
                  <a:cubicBezTo>
                    <a:pt x="123" y="13"/>
                    <a:pt x="123" y="13"/>
                    <a:pt x="123" y="13"/>
                  </a:cubicBezTo>
                  <a:cubicBezTo>
                    <a:pt x="120" y="15"/>
                    <a:pt x="120" y="20"/>
                    <a:pt x="123" y="23"/>
                  </a:cubicBezTo>
                  <a:cubicBezTo>
                    <a:pt x="152" y="52"/>
                    <a:pt x="152" y="52"/>
                    <a:pt x="152" y="52"/>
                  </a:cubicBezTo>
                  <a:cubicBezTo>
                    <a:pt x="155" y="55"/>
                    <a:pt x="159" y="55"/>
                    <a:pt x="162" y="52"/>
                  </a:cubicBezTo>
                  <a:cubicBezTo>
                    <a:pt x="173" y="42"/>
                    <a:pt x="173" y="42"/>
                    <a:pt x="173" y="42"/>
                  </a:cubicBezTo>
                  <a:cubicBezTo>
                    <a:pt x="175" y="39"/>
                    <a:pt x="175" y="35"/>
                    <a:pt x="173" y="32"/>
                  </a:cubicBezTo>
                  <a:close/>
                  <a:moveTo>
                    <a:pt x="157" y="47"/>
                  </a:moveTo>
                  <a:cubicBezTo>
                    <a:pt x="154" y="47"/>
                    <a:pt x="151" y="44"/>
                    <a:pt x="151" y="41"/>
                  </a:cubicBezTo>
                  <a:cubicBezTo>
                    <a:pt x="151" y="37"/>
                    <a:pt x="154" y="35"/>
                    <a:pt x="157" y="35"/>
                  </a:cubicBezTo>
                  <a:cubicBezTo>
                    <a:pt x="160" y="35"/>
                    <a:pt x="163" y="37"/>
                    <a:pt x="163" y="41"/>
                  </a:cubicBezTo>
                  <a:cubicBezTo>
                    <a:pt x="163" y="44"/>
                    <a:pt x="160" y="47"/>
                    <a:pt x="157" y="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2434D79-85F1-A1C2-5BCE-C31F3AC7A8F6}"/>
              </a:ext>
            </a:extLst>
          </p:cNvPr>
          <p:cNvGrpSpPr/>
          <p:nvPr/>
        </p:nvGrpSpPr>
        <p:grpSpPr>
          <a:xfrm>
            <a:off x="6773570" y="2930418"/>
            <a:ext cx="1272971" cy="1272971"/>
            <a:chOff x="6773570" y="2930418"/>
            <a:chExt cx="1272971" cy="1272971"/>
          </a:xfrm>
        </p:grpSpPr>
        <p:sp>
          <p:nvSpPr>
            <p:cNvPr id="11" name="Oval 7">
              <a:extLst>
                <a:ext uri="{FF2B5EF4-FFF2-40B4-BE49-F238E27FC236}">
                  <a16:creationId xmlns:a16="http://schemas.microsoft.com/office/drawing/2014/main" id="{72951542-F861-9048-339B-5B0A32B8E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3570" y="2930418"/>
              <a:ext cx="1272971" cy="1272971"/>
            </a:xfrm>
            <a:prstGeom prst="ellipse">
              <a:avLst/>
            </a:prstGeom>
            <a:solidFill>
              <a:srgbClr val="F0F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Oval 8">
              <a:extLst>
                <a:ext uri="{FF2B5EF4-FFF2-40B4-BE49-F238E27FC236}">
                  <a16:creationId xmlns:a16="http://schemas.microsoft.com/office/drawing/2014/main" id="{250939B6-CE1B-6684-E90B-661EB22417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9032" y="3035880"/>
              <a:ext cx="1062047" cy="1062047"/>
            </a:xfrm>
            <a:prstGeom prst="ellipse">
              <a:avLst/>
            </a:prstGeom>
            <a:noFill/>
            <a:ln w="2540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E015678-704D-415B-C77A-45FE57FC17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1931" y="3258165"/>
              <a:ext cx="616249" cy="617477"/>
            </a:xfrm>
            <a:custGeom>
              <a:avLst/>
              <a:gdLst>
                <a:gd name="T0" fmla="*/ 106 w 251"/>
                <a:gd name="T1" fmla="*/ 60 h 251"/>
                <a:gd name="T2" fmla="*/ 79 w 251"/>
                <a:gd name="T3" fmla="*/ 75 h 251"/>
                <a:gd name="T4" fmla="*/ 78 w 251"/>
                <a:gd name="T5" fmla="*/ 81 h 251"/>
                <a:gd name="T6" fmla="*/ 81 w 251"/>
                <a:gd name="T7" fmla="*/ 82 h 251"/>
                <a:gd name="T8" fmla="*/ 84 w 251"/>
                <a:gd name="T9" fmla="*/ 81 h 251"/>
                <a:gd name="T10" fmla="*/ 108 w 251"/>
                <a:gd name="T11" fmla="*/ 68 h 251"/>
                <a:gd name="T12" fmla="*/ 110 w 251"/>
                <a:gd name="T13" fmla="*/ 63 h 251"/>
                <a:gd name="T14" fmla="*/ 106 w 251"/>
                <a:gd name="T15" fmla="*/ 60 h 251"/>
                <a:gd name="T16" fmla="*/ 71 w 251"/>
                <a:gd name="T17" fmla="*/ 91 h 251"/>
                <a:gd name="T18" fmla="*/ 66 w 251"/>
                <a:gd name="T19" fmla="*/ 92 h 251"/>
                <a:gd name="T20" fmla="*/ 62 w 251"/>
                <a:gd name="T21" fmla="*/ 101 h 251"/>
                <a:gd name="T22" fmla="*/ 64 w 251"/>
                <a:gd name="T23" fmla="*/ 106 h 251"/>
                <a:gd name="T24" fmla="*/ 65 w 251"/>
                <a:gd name="T25" fmla="*/ 107 h 251"/>
                <a:gd name="T26" fmla="*/ 69 w 251"/>
                <a:gd name="T27" fmla="*/ 104 h 251"/>
                <a:gd name="T28" fmla="*/ 72 w 251"/>
                <a:gd name="T29" fmla="*/ 96 h 251"/>
                <a:gd name="T30" fmla="*/ 71 w 251"/>
                <a:gd name="T31" fmla="*/ 91 h 251"/>
                <a:gd name="T32" fmla="*/ 243 w 251"/>
                <a:gd name="T33" fmla="*/ 119 h 251"/>
                <a:gd name="T34" fmla="*/ 221 w 251"/>
                <a:gd name="T35" fmla="*/ 119 h 251"/>
                <a:gd name="T36" fmla="*/ 137 w 251"/>
                <a:gd name="T37" fmla="*/ 29 h 251"/>
                <a:gd name="T38" fmla="*/ 137 w 251"/>
                <a:gd name="T39" fmla="*/ 8 h 251"/>
                <a:gd name="T40" fmla="*/ 129 w 251"/>
                <a:gd name="T41" fmla="*/ 0 h 251"/>
                <a:gd name="T42" fmla="*/ 121 w 251"/>
                <a:gd name="T43" fmla="*/ 8 h 251"/>
                <a:gd name="T44" fmla="*/ 121 w 251"/>
                <a:gd name="T45" fmla="*/ 29 h 251"/>
                <a:gd name="T46" fmla="*/ 32 w 251"/>
                <a:gd name="T47" fmla="*/ 119 h 251"/>
                <a:gd name="T48" fmla="*/ 8 w 251"/>
                <a:gd name="T49" fmla="*/ 119 h 251"/>
                <a:gd name="T50" fmla="*/ 0 w 251"/>
                <a:gd name="T51" fmla="*/ 127 h 251"/>
                <a:gd name="T52" fmla="*/ 8 w 251"/>
                <a:gd name="T53" fmla="*/ 135 h 251"/>
                <a:gd name="T54" fmla="*/ 33 w 251"/>
                <a:gd name="T55" fmla="*/ 135 h 251"/>
                <a:gd name="T56" fmla="*/ 121 w 251"/>
                <a:gd name="T57" fmla="*/ 217 h 251"/>
                <a:gd name="T58" fmla="*/ 121 w 251"/>
                <a:gd name="T59" fmla="*/ 243 h 251"/>
                <a:gd name="T60" fmla="*/ 129 w 251"/>
                <a:gd name="T61" fmla="*/ 251 h 251"/>
                <a:gd name="T62" fmla="*/ 137 w 251"/>
                <a:gd name="T63" fmla="*/ 243 h 251"/>
                <a:gd name="T64" fmla="*/ 137 w 251"/>
                <a:gd name="T65" fmla="*/ 217 h 251"/>
                <a:gd name="T66" fmla="*/ 220 w 251"/>
                <a:gd name="T67" fmla="*/ 135 h 251"/>
                <a:gd name="T68" fmla="*/ 243 w 251"/>
                <a:gd name="T69" fmla="*/ 135 h 251"/>
                <a:gd name="T70" fmla="*/ 251 w 251"/>
                <a:gd name="T71" fmla="*/ 127 h 251"/>
                <a:gd name="T72" fmla="*/ 243 w 251"/>
                <a:gd name="T73" fmla="*/ 119 h 251"/>
                <a:gd name="T74" fmla="*/ 189 w 251"/>
                <a:gd name="T75" fmla="*/ 135 h 251"/>
                <a:gd name="T76" fmla="*/ 205 w 251"/>
                <a:gd name="T77" fmla="*/ 135 h 251"/>
                <a:gd name="T78" fmla="*/ 137 w 251"/>
                <a:gd name="T79" fmla="*/ 202 h 251"/>
                <a:gd name="T80" fmla="*/ 137 w 251"/>
                <a:gd name="T81" fmla="*/ 189 h 251"/>
                <a:gd name="T82" fmla="*/ 129 w 251"/>
                <a:gd name="T83" fmla="*/ 181 h 251"/>
                <a:gd name="T84" fmla="*/ 121 w 251"/>
                <a:gd name="T85" fmla="*/ 189 h 251"/>
                <a:gd name="T86" fmla="*/ 121 w 251"/>
                <a:gd name="T87" fmla="*/ 202 h 251"/>
                <a:gd name="T88" fmla="*/ 48 w 251"/>
                <a:gd name="T89" fmla="*/ 135 h 251"/>
                <a:gd name="T90" fmla="*/ 62 w 251"/>
                <a:gd name="T91" fmla="*/ 135 h 251"/>
                <a:gd name="T92" fmla="*/ 69 w 251"/>
                <a:gd name="T93" fmla="*/ 127 h 251"/>
                <a:gd name="T94" fmla="*/ 62 w 251"/>
                <a:gd name="T95" fmla="*/ 119 h 251"/>
                <a:gd name="T96" fmla="*/ 48 w 251"/>
                <a:gd name="T97" fmla="*/ 119 h 251"/>
                <a:gd name="T98" fmla="*/ 121 w 251"/>
                <a:gd name="T99" fmla="*/ 44 h 251"/>
                <a:gd name="T100" fmla="*/ 121 w 251"/>
                <a:gd name="T101" fmla="*/ 62 h 251"/>
                <a:gd name="T102" fmla="*/ 129 w 251"/>
                <a:gd name="T103" fmla="*/ 69 h 251"/>
                <a:gd name="T104" fmla="*/ 137 w 251"/>
                <a:gd name="T105" fmla="*/ 62 h 251"/>
                <a:gd name="T106" fmla="*/ 137 w 251"/>
                <a:gd name="T107" fmla="*/ 45 h 251"/>
                <a:gd name="T108" fmla="*/ 206 w 251"/>
                <a:gd name="T109" fmla="*/ 119 h 251"/>
                <a:gd name="T110" fmla="*/ 189 w 251"/>
                <a:gd name="T111" fmla="*/ 119 h 251"/>
                <a:gd name="T112" fmla="*/ 181 w 251"/>
                <a:gd name="T113" fmla="*/ 127 h 251"/>
                <a:gd name="T114" fmla="*/ 189 w 251"/>
                <a:gd name="T115" fmla="*/ 135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51" h="251">
                  <a:moveTo>
                    <a:pt x="106" y="60"/>
                  </a:moveTo>
                  <a:cubicBezTo>
                    <a:pt x="96" y="63"/>
                    <a:pt x="86" y="68"/>
                    <a:pt x="79" y="75"/>
                  </a:cubicBezTo>
                  <a:cubicBezTo>
                    <a:pt x="77" y="77"/>
                    <a:pt x="77" y="79"/>
                    <a:pt x="78" y="81"/>
                  </a:cubicBezTo>
                  <a:cubicBezTo>
                    <a:pt x="79" y="82"/>
                    <a:pt x="80" y="82"/>
                    <a:pt x="81" y="82"/>
                  </a:cubicBezTo>
                  <a:cubicBezTo>
                    <a:pt x="82" y="82"/>
                    <a:pt x="83" y="82"/>
                    <a:pt x="84" y="81"/>
                  </a:cubicBezTo>
                  <a:cubicBezTo>
                    <a:pt x="91" y="75"/>
                    <a:pt x="99" y="70"/>
                    <a:pt x="108" y="68"/>
                  </a:cubicBezTo>
                  <a:cubicBezTo>
                    <a:pt x="110" y="67"/>
                    <a:pt x="111" y="65"/>
                    <a:pt x="110" y="63"/>
                  </a:cubicBezTo>
                  <a:cubicBezTo>
                    <a:pt x="110" y="61"/>
                    <a:pt x="108" y="60"/>
                    <a:pt x="106" y="60"/>
                  </a:cubicBezTo>
                  <a:close/>
                  <a:moveTo>
                    <a:pt x="71" y="91"/>
                  </a:moveTo>
                  <a:cubicBezTo>
                    <a:pt x="69" y="90"/>
                    <a:pt x="67" y="90"/>
                    <a:pt x="66" y="92"/>
                  </a:cubicBezTo>
                  <a:cubicBezTo>
                    <a:pt x="64" y="95"/>
                    <a:pt x="63" y="98"/>
                    <a:pt x="62" y="101"/>
                  </a:cubicBezTo>
                  <a:cubicBezTo>
                    <a:pt x="61" y="103"/>
                    <a:pt x="62" y="106"/>
                    <a:pt x="64" y="106"/>
                  </a:cubicBezTo>
                  <a:cubicBezTo>
                    <a:pt x="64" y="106"/>
                    <a:pt x="65" y="107"/>
                    <a:pt x="65" y="107"/>
                  </a:cubicBezTo>
                  <a:cubicBezTo>
                    <a:pt x="67" y="107"/>
                    <a:pt x="68" y="106"/>
                    <a:pt x="69" y="104"/>
                  </a:cubicBezTo>
                  <a:cubicBezTo>
                    <a:pt x="70" y="101"/>
                    <a:pt x="71" y="99"/>
                    <a:pt x="72" y="96"/>
                  </a:cubicBezTo>
                  <a:cubicBezTo>
                    <a:pt x="73" y="94"/>
                    <a:pt x="73" y="92"/>
                    <a:pt x="71" y="91"/>
                  </a:cubicBezTo>
                  <a:close/>
                  <a:moveTo>
                    <a:pt x="243" y="119"/>
                  </a:moveTo>
                  <a:cubicBezTo>
                    <a:pt x="221" y="119"/>
                    <a:pt x="221" y="119"/>
                    <a:pt x="221" y="119"/>
                  </a:cubicBezTo>
                  <a:cubicBezTo>
                    <a:pt x="219" y="72"/>
                    <a:pt x="183" y="34"/>
                    <a:pt x="137" y="29"/>
                  </a:cubicBezTo>
                  <a:cubicBezTo>
                    <a:pt x="137" y="8"/>
                    <a:pt x="137" y="8"/>
                    <a:pt x="137" y="8"/>
                  </a:cubicBezTo>
                  <a:cubicBezTo>
                    <a:pt x="137" y="3"/>
                    <a:pt x="133" y="0"/>
                    <a:pt x="129" y="0"/>
                  </a:cubicBezTo>
                  <a:cubicBezTo>
                    <a:pt x="125" y="0"/>
                    <a:pt x="121" y="3"/>
                    <a:pt x="121" y="8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73" y="32"/>
                    <a:pt x="34" y="71"/>
                    <a:pt x="32" y="119"/>
                  </a:cubicBezTo>
                  <a:cubicBezTo>
                    <a:pt x="8" y="119"/>
                    <a:pt x="8" y="119"/>
                    <a:pt x="8" y="119"/>
                  </a:cubicBezTo>
                  <a:cubicBezTo>
                    <a:pt x="3" y="119"/>
                    <a:pt x="0" y="123"/>
                    <a:pt x="0" y="127"/>
                  </a:cubicBezTo>
                  <a:cubicBezTo>
                    <a:pt x="0" y="131"/>
                    <a:pt x="3" y="135"/>
                    <a:pt x="8" y="135"/>
                  </a:cubicBezTo>
                  <a:cubicBezTo>
                    <a:pt x="33" y="135"/>
                    <a:pt x="33" y="135"/>
                    <a:pt x="33" y="135"/>
                  </a:cubicBezTo>
                  <a:cubicBezTo>
                    <a:pt x="38" y="180"/>
                    <a:pt x="75" y="215"/>
                    <a:pt x="121" y="217"/>
                  </a:cubicBezTo>
                  <a:cubicBezTo>
                    <a:pt x="121" y="243"/>
                    <a:pt x="121" y="243"/>
                    <a:pt x="121" y="243"/>
                  </a:cubicBezTo>
                  <a:cubicBezTo>
                    <a:pt x="121" y="247"/>
                    <a:pt x="125" y="251"/>
                    <a:pt x="129" y="251"/>
                  </a:cubicBezTo>
                  <a:cubicBezTo>
                    <a:pt x="133" y="251"/>
                    <a:pt x="137" y="247"/>
                    <a:pt x="137" y="243"/>
                  </a:cubicBezTo>
                  <a:cubicBezTo>
                    <a:pt x="137" y="217"/>
                    <a:pt x="137" y="217"/>
                    <a:pt x="137" y="217"/>
                  </a:cubicBezTo>
                  <a:cubicBezTo>
                    <a:pt x="180" y="213"/>
                    <a:pt x="215" y="178"/>
                    <a:pt x="220" y="135"/>
                  </a:cubicBezTo>
                  <a:cubicBezTo>
                    <a:pt x="243" y="135"/>
                    <a:pt x="243" y="135"/>
                    <a:pt x="243" y="135"/>
                  </a:cubicBezTo>
                  <a:cubicBezTo>
                    <a:pt x="247" y="135"/>
                    <a:pt x="251" y="131"/>
                    <a:pt x="251" y="127"/>
                  </a:cubicBezTo>
                  <a:cubicBezTo>
                    <a:pt x="251" y="123"/>
                    <a:pt x="247" y="119"/>
                    <a:pt x="243" y="119"/>
                  </a:cubicBezTo>
                  <a:close/>
                  <a:moveTo>
                    <a:pt x="189" y="135"/>
                  </a:moveTo>
                  <a:cubicBezTo>
                    <a:pt x="205" y="135"/>
                    <a:pt x="205" y="135"/>
                    <a:pt x="205" y="135"/>
                  </a:cubicBezTo>
                  <a:cubicBezTo>
                    <a:pt x="200" y="170"/>
                    <a:pt x="172" y="197"/>
                    <a:pt x="137" y="202"/>
                  </a:cubicBezTo>
                  <a:cubicBezTo>
                    <a:pt x="137" y="189"/>
                    <a:pt x="137" y="189"/>
                    <a:pt x="137" y="189"/>
                  </a:cubicBezTo>
                  <a:cubicBezTo>
                    <a:pt x="137" y="185"/>
                    <a:pt x="133" y="181"/>
                    <a:pt x="129" y="181"/>
                  </a:cubicBezTo>
                  <a:cubicBezTo>
                    <a:pt x="125" y="181"/>
                    <a:pt x="121" y="185"/>
                    <a:pt x="121" y="189"/>
                  </a:cubicBezTo>
                  <a:cubicBezTo>
                    <a:pt x="121" y="202"/>
                    <a:pt x="121" y="202"/>
                    <a:pt x="121" y="202"/>
                  </a:cubicBezTo>
                  <a:cubicBezTo>
                    <a:pt x="84" y="199"/>
                    <a:pt x="54" y="171"/>
                    <a:pt x="48" y="135"/>
                  </a:cubicBezTo>
                  <a:cubicBezTo>
                    <a:pt x="62" y="135"/>
                    <a:pt x="62" y="135"/>
                    <a:pt x="62" y="135"/>
                  </a:cubicBezTo>
                  <a:cubicBezTo>
                    <a:pt x="66" y="135"/>
                    <a:pt x="69" y="131"/>
                    <a:pt x="69" y="127"/>
                  </a:cubicBezTo>
                  <a:cubicBezTo>
                    <a:pt x="69" y="123"/>
                    <a:pt x="66" y="119"/>
                    <a:pt x="62" y="119"/>
                  </a:cubicBezTo>
                  <a:cubicBezTo>
                    <a:pt x="48" y="119"/>
                    <a:pt x="48" y="119"/>
                    <a:pt x="48" y="119"/>
                  </a:cubicBezTo>
                  <a:cubicBezTo>
                    <a:pt x="50" y="79"/>
                    <a:pt x="81" y="47"/>
                    <a:pt x="121" y="44"/>
                  </a:cubicBezTo>
                  <a:cubicBezTo>
                    <a:pt x="121" y="62"/>
                    <a:pt x="121" y="62"/>
                    <a:pt x="121" y="62"/>
                  </a:cubicBezTo>
                  <a:cubicBezTo>
                    <a:pt x="121" y="66"/>
                    <a:pt x="125" y="69"/>
                    <a:pt x="129" y="69"/>
                  </a:cubicBezTo>
                  <a:cubicBezTo>
                    <a:pt x="133" y="69"/>
                    <a:pt x="137" y="66"/>
                    <a:pt x="137" y="62"/>
                  </a:cubicBezTo>
                  <a:cubicBezTo>
                    <a:pt x="137" y="45"/>
                    <a:pt x="137" y="45"/>
                    <a:pt x="137" y="45"/>
                  </a:cubicBezTo>
                  <a:cubicBezTo>
                    <a:pt x="174" y="49"/>
                    <a:pt x="204" y="81"/>
                    <a:pt x="206" y="11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85" y="119"/>
                    <a:pt x="181" y="123"/>
                    <a:pt x="181" y="127"/>
                  </a:cubicBezTo>
                  <a:cubicBezTo>
                    <a:pt x="181" y="131"/>
                    <a:pt x="185" y="135"/>
                    <a:pt x="189" y="13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AD8EC64-81D4-30DA-B60B-2B3A599CEF8A}"/>
              </a:ext>
            </a:extLst>
          </p:cNvPr>
          <p:cNvGrpSpPr/>
          <p:nvPr/>
        </p:nvGrpSpPr>
        <p:grpSpPr>
          <a:xfrm>
            <a:off x="9459525" y="1990083"/>
            <a:ext cx="1272971" cy="1272971"/>
            <a:chOff x="9459525" y="1990083"/>
            <a:chExt cx="1272971" cy="1272971"/>
          </a:xfrm>
        </p:grpSpPr>
        <p:sp>
          <p:nvSpPr>
            <p:cNvPr id="15" name="Oval 7">
              <a:extLst>
                <a:ext uri="{FF2B5EF4-FFF2-40B4-BE49-F238E27FC236}">
                  <a16:creationId xmlns:a16="http://schemas.microsoft.com/office/drawing/2014/main" id="{2350276B-9DB2-024B-6B0F-517E84EB31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9525" y="1990083"/>
              <a:ext cx="1272971" cy="1272971"/>
            </a:xfrm>
            <a:prstGeom prst="ellipse">
              <a:avLst/>
            </a:prstGeom>
            <a:solidFill>
              <a:srgbClr val="F0F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Oval 8">
              <a:extLst>
                <a:ext uri="{FF2B5EF4-FFF2-40B4-BE49-F238E27FC236}">
                  <a16:creationId xmlns:a16="http://schemas.microsoft.com/office/drawing/2014/main" id="{3CC2C142-3C2E-2656-A014-DDCF0BE396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4987" y="2095545"/>
              <a:ext cx="1062047" cy="1062047"/>
            </a:xfrm>
            <a:prstGeom prst="ellipse">
              <a:avLst/>
            </a:prstGeom>
            <a:noFill/>
            <a:ln w="2540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12F4C22B-2E33-68FF-F2C3-A228C29771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88057" y="2377024"/>
              <a:ext cx="415906" cy="499088"/>
            </a:xfrm>
            <a:custGeom>
              <a:avLst/>
              <a:gdLst>
                <a:gd name="T0" fmla="*/ 140 w 140"/>
                <a:gd name="T1" fmla="*/ 27 h 168"/>
                <a:gd name="T2" fmla="*/ 140 w 140"/>
                <a:gd name="T3" fmla="*/ 9 h 168"/>
                <a:gd name="T4" fmla="*/ 78 w 140"/>
                <a:gd name="T5" fmla="*/ 9 h 168"/>
                <a:gd name="T6" fmla="*/ 78 w 140"/>
                <a:gd name="T7" fmla="*/ 7 h 168"/>
                <a:gd name="T8" fmla="*/ 70 w 140"/>
                <a:gd name="T9" fmla="*/ 0 h 168"/>
                <a:gd name="T10" fmla="*/ 63 w 140"/>
                <a:gd name="T11" fmla="*/ 7 h 168"/>
                <a:gd name="T12" fmla="*/ 63 w 140"/>
                <a:gd name="T13" fmla="*/ 9 h 168"/>
                <a:gd name="T14" fmla="*/ 0 w 140"/>
                <a:gd name="T15" fmla="*/ 9 h 168"/>
                <a:gd name="T16" fmla="*/ 0 w 140"/>
                <a:gd name="T17" fmla="*/ 27 h 168"/>
                <a:gd name="T18" fmla="*/ 11 w 140"/>
                <a:gd name="T19" fmla="*/ 27 h 168"/>
                <a:gd name="T20" fmla="*/ 11 w 140"/>
                <a:gd name="T21" fmla="*/ 106 h 168"/>
                <a:gd name="T22" fmla="*/ 0 w 140"/>
                <a:gd name="T23" fmla="*/ 106 h 168"/>
                <a:gd name="T24" fmla="*/ 0 w 140"/>
                <a:gd name="T25" fmla="*/ 124 h 168"/>
                <a:gd name="T26" fmla="*/ 57 w 140"/>
                <a:gd name="T27" fmla="*/ 124 h 168"/>
                <a:gd name="T28" fmla="*/ 18 w 140"/>
                <a:gd name="T29" fmla="*/ 157 h 168"/>
                <a:gd name="T30" fmla="*/ 18 w 140"/>
                <a:gd name="T31" fmla="*/ 165 h 168"/>
                <a:gd name="T32" fmla="*/ 26 w 140"/>
                <a:gd name="T33" fmla="*/ 166 h 168"/>
                <a:gd name="T34" fmla="*/ 70 w 140"/>
                <a:gd name="T35" fmla="*/ 128 h 168"/>
                <a:gd name="T36" fmla="*/ 114 w 140"/>
                <a:gd name="T37" fmla="*/ 166 h 168"/>
                <a:gd name="T38" fmla="*/ 118 w 140"/>
                <a:gd name="T39" fmla="*/ 167 h 168"/>
                <a:gd name="T40" fmla="*/ 123 w 140"/>
                <a:gd name="T41" fmla="*/ 165 h 168"/>
                <a:gd name="T42" fmla="*/ 122 w 140"/>
                <a:gd name="T43" fmla="*/ 157 h 168"/>
                <a:gd name="T44" fmla="*/ 84 w 140"/>
                <a:gd name="T45" fmla="*/ 124 h 168"/>
                <a:gd name="T46" fmla="*/ 140 w 140"/>
                <a:gd name="T47" fmla="*/ 124 h 168"/>
                <a:gd name="T48" fmla="*/ 140 w 140"/>
                <a:gd name="T49" fmla="*/ 106 h 168"/>
                <a:gd name="T50" fmla="*/ 130 w 140"/>
                <a:gd name="T51" fmla="*/ 106 h 168"/>
                <a:gd name="T52" fmla="*/ 130 w 140"/>
                <a:gd name="T53" fmla="*/ 27 h 168"/>
                <a:gd name="T54" fmla="*/ 140 w 140"/>
                <a:gd name="T55" fmla="*/ 27 h 168"/>
                <a:gd name="T56" fmla="*/ 118 w 140"/>
                <a:gd name="T57" fmla="*/ 106 h 168"/>
                <a:gd name="T58" fmla="*/ 23 w 140"/>
                <a:gd name="T59" fmla="*/ 106 h 168"/>
                <a:gd name="T60" fmla="*/ 23 w 140"/>
                <a:gd name="T61" fmla="*/ 27 h 168"/>
                <a:gd name="T62" fmla="*/ 118 w 140"/>
                <a:gd name="T63" fmla="*/ 27 h 168"/>
                <a:gd name="T64" fmla="*/ 118 w 140"/>
                <a:gd name="T65" fmla="*/ 106 h 168"/>
                <a:gd name="T66" fmla="*/ 67 w 140"/>
                <a:gd name="T67" fmla="*/ 37 h 168"/>
                <a:gd name="T68" fmla="*/ 33 w 140"/>
                <a:gd name="T69" fmla="*/ 37 h 168"/>
                <a:gd name="T70" fmla="*/ 33 w 140"/>
                <a:gd name="T71" fmla="*/ 92 h 168"/>
                <a:gd name="T72" fmla="*/ 67 w 140"/>
                <a:gd name="T73" fmla="*/ 92 h 168"/>
                <a:gd name="T74" fmla="*/ 67 w 140"/>
                <a:gd name="T75" fmla="*/ 37 h 168"/>
                <a:gd name="T76" fmla="*/ 110 w 140"/>
                <a:gd name="T77" fmla="*/ 38 h 168"/>
                <a:gd name="T78" fmla="*/ 81 w 140"/>
                <a:gd name="T79" fmla="*/ 38 h 168"/>
                <a:gd name="T80" fmla="*/ 81 w 140"/>
                <a:gd name="T81" fmla="*/ 46 h 168"/>
                <a:gd name="T82" fmla="*/ 110 w 140"/>
                <a:gd name="T83" fmla="*/ 46 h 168"/>
                <a:gd name="T84" fmla="*/ 110 w 140"/>
                <a:gd name="T85" fmla="*/ 38 h 168"/>
                <a:gd name="T86" fmla="*/ 110 w 140"/>
                <a:gd name="T87" fmla="*/ 61 h 168"/>
                <a:gd name="T88" fmla="*/ 81 w 140"/>
                <a:gd name="T89" fmla="*/ 61 h 168"/>
                <a:gd name="T90" fmla="*/ 81 w 140"/>
                <a:gd name="T91" fmla="*/ 69 h 168"/>
                <a:gd name="T92" fmla="*/ 110 w 140"/>
                <a:gd name="T93" fmla="*/ 69 h 168"/>
                <a:gd name="T94" fmla="*/ 110 w 140"/>
                <a:gd name="T95" fmla="*/ 61 h 168"/>
                <a:gd name="T96" fmla="*/ 110 w 140"/>
                <a:gd name="T97" fmla="*/ 84 h 168"/>
                <a:gd name="T98" fmla="*/ 81 w 140"/>
                <a:gd name="T99" fmla="*/ 84 h 168"/>
                <a:gd name="T100" fmla="*/ 81 w 140"/>
                <a:gd name="T101" fmla="*/ 92 h 168"/>
                <a:gd name="T102" fmla="*/ 110 w 140"/>
                <a:gd name="T103" fmla="*/ 92 h 168"/>
                <a:gd name="T104" fmla="*/ 110 w 140"/>
                <a:gd name="T105" fmla="*/ 8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40" h="168">
                  <a:moveTo>
                    <a:pt x="140" y="27"/>
                  </a:moveTo>
                  <a:cubicBezTo>
                    <a:pt x="140" y="9"/>
                    <a:pt x="140" y="9"/>
                    <a:pt x="140" y="9"/>
                  </a:cubicBezTo>
                  <a:cubicBezTo>
                    <a:pt x="78" y="9"/>
                    <a:pt x="78" y="9"/>
                    <a:pt x="78" y="9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3"/>
                    <a:pt x="74" y="0"/>
                    <a:pt x="70" y="0"/>
                  </a:cubicBezTo>
                  <a:cubicBezTo>
                    <a:pt x="66" y="0"/>
                    <a:pt x="63" y="3"/>
                    <a:pt x="63" y="7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106"/>
                    <a:pt x="11" y="106"/>
                    <a:pt x="11" y="106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7" y="124"/>
                    <a:pt x="57" y="124"/>
                    <a:pt x="57" y="124"/>
                  </a:cubicBezTo>
                  <a:cubicBezTo>
                    <a:pt x="18" y="157"/>
                    <a:pt x="18" y="157"/>
                    <a:pt x="18" y="157"/>
                  </a:cubicBezTo>
                  <a:cubicBezTo>
                    <a:pt x="16" y="159"/>
                    <a:pt x="16" y="163"/>
                    <a:pt x="18" y="165"/>
                  </a:cubicBezTo>
                  <a:cubicBezTo>
                    <a:pt x="20" y="168"/>
                    <a:pt x="24" y="168"/>
                    <a:pt x="26" y="166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114" y="166"/>
                    <a:pt x="114" y="166"/>
                    <a:pt x="114" y="166"/>
                  </a:cubicBezTo>
                  <a:cubicBezTo>
                    <a:pt x="116" y="167"/>
                    <a:pt x="117" y="167"/>
                    <a:pt x="118" y="167"/>
                  </a:cubicBezTo>
                  <a:cubicBezTo>
                    <a:pt x="120" y="167"/>
                    <a:pt x="122" y="167"/>
                    <a:pt x="123" y="165"/>
                  </a:cubicBezTo>
                  <a:cubicBezTo>
                    <a:pt x="125" y="163"/>
                    <a:pt x="125" y="159"/>
                    <a:pt x="122" y="157"/>
                  </a:cubicBezTo>
                  <a:cubicBezTo>
                    <a:pt x="84" y="124"/>
                    <a:pt x="84" y="124"/>
                    <a:pt x="84" y="124"/>
                  </a:cubicBezTo>
                  <a:cubicBezTo>
                    <a:pt x="140" y="124"/>
                    <a:pt x="140" y="124"/>
                    <a:pt x="140" y="124"/>
                  </a:cubicBezTo>
                  <a:cubicBezTo>
                    <a:pt x="140" y="106"/>
                    <a:pt x="140" y="106"/>
                    <a:pt x="140" y="106"/>
                  </a:cubicBezTo>
                  <a:cubicBezTo>
                    <a:pt x="130" y="106"/>
                    <a:pt x="130" y="106"/>
                    <a:pt x="130" y="106"/>
                  </a:cubicBezTo>
                  <a:cubicBezTo>
                    <a:pt x="130" y="27"/>
                    <a:pt x="130" y="27"/>
                    <a:pt x="130" y="27"/>
                  </a:cubicBezTo>
                  <a:lnTo>
                    <a:pt x="140" y="27"/>
                  </a:lnTo>
                  <a:close/>
                  <a:moveTo>
                    <a:pt x="118" y="106"/>
                  </a:moveTo>
                  <a:cubicBezTo>
                    <a:pt x="23" y="106"/>
                    <a:pt x="23" y="106"/>
                    <a:pt x="23" y="106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118" y="27"/>
                    <a:pt x="118" y="27"/>
                    <a:pt x="118" y="27"/>
                  </a:cubicBezTo>
                  <a:lnTo>
                    <a:pt x="118" y="106"/>
                  </a:lnTo>
                  <a:close/>
                  <a:moveTo>
                    <a:pt x="67" y="37"/>
                  </a:moveTo>
                  <a:cubicBezTo>
                    <a:pt x="33" y="37"/>
                    <a:pt x="33" y="37"/>
                    <a:pt x="33" y="37"/>
                  </a:cubicBezTo>
                  <a:cubicBezTo>
                    <a:pt x="33" y="92"/>
                    <a:pt x="33" y="92"/>
                    <a:pt x="33" y="92"/>
                  </a:cubicBezTo>
                  <a:cubicBezTo>
                    <a:pt x="67" y="92"/>
                    <a:pt x="67" y="92"/>
                    <a:pt x="67" y="92"/>
                  </a:cubicBezTo>
                  <a:lnTo>
                    <a:pt x="67" y="37"/>
                  </a:lnTo>
                  <a:close/>
                  <a:moveTo>
                    <a:pt x="110" y="38"/>
                  </a:moveTo>
                  <a:cubicBezTo>
                    <a:pt x="81" y="38"/>
                    <a:pt x="81" y="38"/>
                    <a:pt x="81" y="38"/>
                  </a:cubicBezTo>
                  <a:cubicBezTo>
                    <a:pt x="81" y="46"/>
                    <a:pt x="81" y="46"/>
                    <a:pt x="81" y="46"/>
                  </a:cubicBezTo>
                  <a:cubicBezTo>
                    <a:pt x="110" y="46"/>
                    <a:pt x="110" y="46"/>
                    <a:pt x="110" y="46"/>
                  </a:cubicBezTo>
                  <a:lnTo>
                    <a:pt x="110" y="38"/>
                  </a:lnTo>
                  <a:close/>
                  <a:moveTo>
                    <a:pt x="110" y="61"/>
                  </a:moveTo>
                  <a:cubicBezTo>
                    <a:pt x="81" y="61"/>
                    <a:pt x="81" y="61"/>
                    <a:pt x="81" y="61"/>
                  </a:cubicBezTo>
                  <a:cubicBezTo>
                    <a:pt x="81" y="69"/>
                    <a:pt x="81" y="69"/>
                    <a:pt x="81" y="69"/>
                  </a:cubicBezTo>
                  <a:cubicBezTo>
                    <a:pt x="110" y="69"/>
                    <a:pt x="110" y="69"/>
                    <a:pt x="110" y="69"/>
                  </a:cubicBezTo>
                  <a:lnTo>
                    <a:pt x="110" y="61"/>
                  </a:lnTo>
                  <a:close/>
                  <a:moveTo>
                    <a:pt x="110" y="84"/>
                  </a:moveTo>
                  <a:cubicBezTo>
                    <a:pt x="81" y="84"/>
                    <a:pt x="81" y="84"/>
                    <a:pt x="81" y="84"/>
                  </a:cubicBezTo>
                  <a:cubicBezTo>
                    <a:pt x="81" y="92"/>
                    <a:pt x="81" y="92"/>
                    <a:pt x="81" y="92"/>
                  </a:cubicBezTo>
                  <a:cubicBezTo>
                    <a:pt x="110" y="92"/>
                    <a:pt x="110" y="92"/>
                    <a:pt x="110" y="92"/>
                  </a:cubicBezTo>
                  <a:lnTo>
                    <a:pt x="110" y="84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B25CF77-943A-DB6F-8841-A79799F12071}"/>
              </a:ext>
            </a:extLst>
          </p:cNvPr>
          <p:cNvGrpSpPr/>
          <p:nvPr/>
        </p:nvGrpSpPr>
        <p:grpSpPr>
          <a:xfrm>
            <a:off x="1401816" y="3393468"/>
            <a:ext cx="1272971" cy="1272971"/>
            <a:chOff x="1401816" y="3393468"/>
            <a:chExt cx="1272971" cy="1272971"/>
          </a:xfrm>
        </p:grpSpPr>
        <p:sp>
          <p:nvSpPr>
            <p:cNvPr id="9" name="Oval 7">
              <a:extLst>
                <a:ext uri="{FF2B5EF4-FFF2-40B4-BE49-F238E27FC236}">
                  <a16:creationId xmlns:a16="http://schemas.microsoft.com/office/drawing/2014/main" id="{AC2915FD-00CD-4997-42DC-C798CB8B2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1816" y="3393468"/>
              <a:ext cx="1272971" cy="1272971"/>
            </a:xfrm>
            <a:prstGeom prst="ellipse">
              <a:avLst/>
            </a:prstGeom>
            <a:solidFill>
              <a:srgbClr val="F0F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Oval 8">
              <a:extLst>
                <a:ext uri="{FF2B5EF4-FFF2-40B4-BE49-F238E27FC236}">
                  <a16:creationId xmlns:a16="http://schemas.microsoft.com/office/drawing/2014/main" id="{9388C3CE-C4B6-29E1-F0D0-9A461B4397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7278" y="3498930"/>
              <a:ext cx="1062047" cy="1062047"/>
            </a:xfrm>
            <a:prstGeom prst="ellipse">
              <a:avLst/>
            </a:prstGeom>
            <a:noFill/>
            <a:ln w="2540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4">
              <a:extLst>
                <a:ext uri="{FF2B5EF4-FFF2-40B4-BE49-F238E27FC236}">
                  <a16:creationId xmlns:a16="http://schemas.microsoft.com/office/drawing/2014/main" id="{2A06137E-F098-A528-C42E-770C2F5B60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06582" y="3810859"/>
              <a:ext cx="463439" cy="438188"/>
            </a:xfrm>
            <a:custGeom>
              <a:avLst/>
              <a:gdLst>
                <a:gd name="T0" fmla="*/ 124 w 156"/>
                <a:gd name="T1" fmla="*/ 19 h 147"/>
                <a:gd name="T2" fmla="*/ 87 w 156"/>
                <a:gd name="T3" fmla="*/ 19 h 147"/>
                <a:gd name="T4" fmla="*/ 87 w 156"/>
                <a:gd name="T5" fmla="*/ 9 h 147"/>
                <a:gd name="T6" fmla="*/ 78 w 156"/>
                <a:gd name="T7" fmla="*/ 0 h 147"/>
                <a:gd name="T8" fmla="*/ 55 w 156"/>
                <a:gd name="T9" fmla="*/ 0 h 147"/>
                <a:gd name="T10" fmla="*/ 46 w 156"/>
                <a:gd name="T11" fmla="*/ 9 h 147"/>
                <a:gd name="T12" fmla="*/ 46 w 156"/>
                <a:gd name="T13" fmla="*/ 19 h 147"/>
                <a:gd name="T14" fmla="*/ 9 w 156"/>
                <a:gd name="T15" fmla="*/ 19 h 147"/>
                <a:gd name="T16" fmla="*/ 0 w 156"/>
                <a:gd name="T17" fmla="*/ 28 h 147"/>
                <a:gd name="T18" fmla="*/ 0 w 156"/>
                <a:gd name="T19" fmla="*/ 74 h 147"/>
                <a:gd name="T20" fmla="*/ 9 w 156"/>
                <a:gd name="T21" fmla="*/ 83 h 147"/>
                <a:gd name="T22" fmla="*/ 46 w 156"/>
                <a:gd name="T23" fmla="*/ 83 h 147"/>
                <a:gd name="T24" fmla="*/ 46 w 156"/>
                <a:gd name="T25" fmla="*/ 138 h 147"/>
                <a:gd name="T26" fmla="*/ 55 w 156"/>
                <a:gd name="T27" fmla="*/ 147 h 147"/>
                <a:gd name="T28" fmla="*/ 78 w 156"/>
                <a:gd name="T29" fmla="*/ 147 h 147"/>
                <a:gd name="T30" fmla="*/ 87 w 156"/>
                <a:gd name="T31" fmla="*/ 138 h 147"/>
                <a:gd name="T32" fmla="*/ 87 w 156"/>
                <a:gd name="T33" fmla="*/ 83 h 147"/>
                <a:gd name="T34" fmla="*/ 124 w 156"/>
                <a:gd name="T35" fmla="*/ 83 h 147"/>
                <a:gd name="T36" fmla="*/ 156 w 156"/>
                <a:gd name="T37" fmla="*/ 51 h 147"/>
                <a:gd name="T38" fmla="*/ 124 w 156"/>
                <a:gd name="T39" fmla="*/ 19 h 147"/>
                <a:gd name="T40" fmla="*/ 60 w 156"/>
                <a:gd name="T41" fmla="*/ 14 h 147"/>
                <a:gd name="T42" fmla="*/ 74 w 156"/>
                <a:gd name="T43" fmla="*/ 14 h 147"/>
                <a:gd name="T44" fmla="*/ 74 w 156"/>
                <a:gd name="T45" fmla="*/ 19 h 147"/>
                <a:gd name="T46" fmla="*/ 60 w 156"/>
                <a:gd name="T47" fmla="*/ 19 h 147"/>
                <a:gd name="T48" fmla="*/ 60 w 156"/>
                <a:gd name="T49" fmla="*/ 14 h 147"/>
                <a:gd name="T50" fmla="*/ 74 w 156"/>
                <a:gd name="T51" fmla="*/ 134 h 147"/>
                <a:gd name="T52" fmla="*/ 60 w 156"/>
                <a:gd name="T53" fmla="*/ 134 h 147"/>
                <a:gd name="T54" fmla="*/ 60 w 156"/>
                <a:gd name="T55" fmla="*/ 83 h 147"/>
                <a:gd name="T56" fmla="*/ 74 w 156"/>
                <a:gd name="T57" fmla="*/ 83 h 147"/>
                <a:gd name="T58" fmla="*/ 74 w 156"/>
                <a:gd name="T59" fmla="*/ 134 h 147"/>
                <a:gd name="T60" fmla="*/ 118 w 156"/>
                <a:gd name="T61" fmla="*/ 69 h 147"/>
                <a:gd name="T62" fmla="*/ 14 w 156"/>
                <a:gd name="T63" fmla="*/ 69 h 147"/>
                <a:gd name="T64" fmla="*/ 14 w 156"/>
                <a:gd name="T65" fmla="*/ 33 h 147"/>
                <a:gd name="T66" fmla="*/ 118 w 156"/>
                <a:gd name="T67" fmla="*/ 33 h 147"/>
                <a:gd name="T68" fmla="*/ 137 w 156"/>
                <a:gd name="T69" fmla="*/ 51 h 147"/>
                <a:gd name="T70" fmla="*/ 118 w 156"/>
                <a:gd name="T71" fmla="*/ 69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56" h="147">
                  <a:moveTo>
                    <a:pt x="124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4"/>
                    <a:pt x="83" y="0"/>
                    <a:pt x="78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46" y="4"/>
                    <a:pt x="46" y="9"/>
                  </a:cubicBezTo>
                  <a:cubicBezTo>
                    <a:pt x="46" y="19"/>
                    <a:pt x="46" y="19"/>
                    <a:pt x="46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23"/>
                    <a:pt x="0" y="28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9"/>
                    <a:pt x="4" y="83"/>
                    <a:pt x="9" y="83"/>
                  </a:cubicBezTo>
                  <a:cubicBezTo>
                    <a:pt x="46" y="83"/>
                    <a:pt x="46" y="83"/>
                    <a:pt x="46" y="83"/>
                  </a:cubicBezTo>
                  <a:cubicBezTo>
                    <a:pt x="46" y="138"/>
                    <a:pt x="46" y="138"/>
                    <a:pt x="46" y="138"/>
                  </a:cubicBezTo>
                  <a:cubicBezTo>
                    <a:pt x="46" y="143"/>
                    <a:pt x="50" y="147"/>
                    <a:pt x="55" y="147"/>
                  </a:cubicBezTo>
                  <a:cubicBezTo>
                    <a:pt x="78" y="147"/>
                    <a:pt x="78" y="147"/>
                    <a:pt x="78" y="147"/>
                  </a:cubicBezTo>
                  <a:cubicBezTo>
                    <a:pt x="83" y="147"/>
                    <a:pt x="87" y="143"/>
                    <a:pt x="87" y="138"/>
                  </a:cubicBezTo>
                  <a:cubicBezTo>
                    <a:pt x="87" y="83"/>
                    <a:pt x="87" y="83"/>
                    <a:pt x="87" y="83"/>
                  </a:cubicBezTo>
                  <a:cubicBezTo>
                    <a:pt x="124" y="83"/>
                    <a:pt x="124" y="83"/>
                    <a:pt x="124" y="83"/>
                  </a:cubicBezTo>
                  <a:cubicBezTo>
                    <a:pt x="156" y="51"/>
                    <a:pt x="156" y="51"/>
                    <a:pt x="156" y="51"/>
                  </a:cubicBezTo>
                  <a:lnTo>
                    <a:pt x="124" y="19"/>
                  </a:lnTo>
                  <a:close/>
                  <a:moveTo>
                    <a:pt x="60" y="14"/>
                  </a:moveTo>
                  <a:cubicBezTo>
                    <a:pt x="74" y="14"/>
                    <a:pt x="74" y="14"/>
                    <a:pt x="74" y="14"/>
                  </a:cubicBezTo>
                  <a:cubicBezTo>
                    <a:pt x="74" y="19"/>
                    <a:pt x="74" y="19"/>
                    <a:pt x="74" y="19"/>
                  </a:cubicBezTo>
                  <a:cubicBezTo>
                    <a:pt x="60" y="19"/>
                    <a:pt x="60" y="19"/>
                    <a:pt x="60" y="19"/>
                  </a:cubicBezTo>
                  <a:lnTo>
                    <a:pt x="60" y="14"/>
                  </a:lnTo>
                  <a:close/>
                  <a:moveTo>
                    <a:pt x="74" y="134"/>
                  </a:moveTo>
                  <a:cubicBezTo>
                    <a:pt x="60" y="134"/>
                    <a:pt x="60" y="134"/>
                    <a:pt x="60" y="134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74" y="83"/>
                    <a:pt x="74" y="83"/>
                    <a:pt x="74" y="83"/>
                  </a:cubicBezTo>
                  <a:lnTo>
                    <a:pt x="74" y="134"/>
                  </a:lnTo>
                  <a:close/>
                  <a:moveTo>
                    <a:pt x="118" y="69"/>
                  </a:moveTo>
                  <a:cubicBezTo>
                    <a:pt x="14" y="69"/>
                    <a:pt x="14" y="69"/>
                    <a:pt x="14" y="69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37" y="51"/>
                    <a:pt x="137" y="51"/>
                    <a:pt x="137" y="51"/>
                  </a:cubicBezTo>
                  <a:lnTo>
                    <a:pt x="118" y="6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06388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333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20000" decel="8000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20000" decel="8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accel="20000" decel="8000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4" accel="20000" decel="8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C4EC0BB-CAE5-81FF-BDE6-E837C812F0E0}"/>
              </a:ext>
            </a:extLst>
          </p:cNvPr>
          <p:cNvSpPr txBox="1"/>
          <p:nvPr/>
        </p:nvSpPr>
        <p:spPr>
          <a:xfrm>
            <a:off x="1786672" y="3582194"/>
            <a:ext cx="204289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dirty="0">
                <a:latin typeface="Segoe UI" panose="020B0502040204020203" pitchFamily="34" charset="0"/>
                <a:ea typeface="Atyp Display Light" panose="00000400000000000000" pitchFamily="2" charset="0"/>
                <a:cs typeface="Segoe UI" panose="020B0502040204020203" pitchFamily="34" charset="0"/>
              </a:rPr>
              <a:t>+1 (212) 123-4567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B1E370-0F72-B3B0-8D18-8A6253645765}"/>
              </a:ext>
            </a:extLst>
          </p:cNvPr>
          <p:cNvSpPr txBox="1"/>
          <p:nvPr/>
        </p:nvSpPr>
        <p:spPr>
          <a:xfrm>
            <a:off x="1786672" y="4573417"/>
            <a:ext cx="324431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dirty="0">
                <a:latin typeface="Segoe UI" panose="020B0502040204020203" pitchFamily="34" charset="0"/>
                <a:ea typeface="Atyp Display Light" panose="00000400000000000000" pitchFamily="2" charset="0"/>
                <a:cs typeface="Segoe UI" panose="020B0502040204020203" pitchFamily="34" charset="0"/>
              </a:rPr>
              <a:t>Enter your email address here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5A7DB8-686D-20A8-A10C-CF1D94783C67}"/>
              </a:ext>
            </a:extLst>
          </p:cNvPr>
          <p:cNvSpPr txBox="1"/>
          <p:nvPr/>
        </p:nvSpPr>
        <p:spPr>
          <a:xfrm>
            <a:off x="1786672" y="5564640"/>
            <a:ext cx="324431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dirty="0">
                <a:latin typeface="Segoe UI" panose="020B0502040204020203" pitchFamily="34" charset="0"/>
                <a:ea typeface="Atyp Display Light" panose="00000400000000000000" pitchFamily="2" charset="0"/>
                <a:cs typeface="Segoe UI" panose="020B0502040204020203" pitchFamily="34" charset="0"/>
              </a:rPr>
              <a:t>Enter your website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B8E40C6-FCCD-569A-D89C-4E12EFF413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960438"/>
            <a:ext cx="5256212" cy="838200"/>
          </a:xfrm>
        </p:spPr>
        <p:txBody>
          <a:bodyPr/>
          <a:lstStyle/>
          <a:p>
            <a:r>
              <a:rPr lang="es-ES_tradnl" noProof="1"/>
              <a:t>Ideas a investigar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89A7F-BF8C-8CD2-ACE1-D474EF045A34}"/>
              </a:ext>
            </a:extLst>
          </p:cNvPr>
          <p:cNvGrpSpPr/>
          <p:nvPr/>
        </p:nvGrpSpPr>
        <p:grpSpPr>
          <a:xfrm>
            <a:off x="839788" y="2155188"/>
            <a:ext cx="3452812" cy="867790"/>
            <a:chOff x="788630" y="1747871"/>
            <a:chExt cx="3452812" cy="867790"/>
          </a:xfrm>
        </p:grpSpPr>
        <p:sp>
          <p:nvSpPr>
            <p:cNvPr id="9" name="Text Placeholder 8">
              <a:extLst>
                <a:ext uri="{FF2B5EF4-FFF2-40B4-BE49-F238E27FC236}">
                  <a16:creationId xmlns:a16="http://schemas.microsoft.com/office/drawing/2014/main" id="{6EF059C1-1F19-397B-18A4-4E4F0A128DB4}"/>
                </a:ext>
              </a:extLst>
            </p:cNvPr>
            <p:cNvSpPr txBox="1">
              <a:spLocks/>
            </p:cNvSpPr>
            <p:nvPr/>
          </p:nvSpPr>
          <p:spPr>
            <a:xfrm>
              <a:off x="788630" y="1747871"/>
              <a:ext cx="3384690" cy="276999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kern="1200">
                  <a:solidFill>
                    <a:schemeClr val="bg1"/>
                  </a:solidFill>
                  <a:latin typeface="Futura Lt BT" panose="020B0402020204020303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Location</a:t>
              </a:r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755AD5C-8749-174C-C76C-CAAD328C56F3}"/>
                </a:ext>
              </a:extLst>
            </p:cNvPr>
            <p:cNvSpPr txBox="1"/>
            <p:nvPr/>
          </p:nvSpPr>
          <p:spPr>
            <a:xfrm>
              <a:off x="788630" y="2123218"/>
              <a:ext cx="3452812" cy="49244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defTabSz="457200"/>
              <a:r>
                <a:rPr lang="en-US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123 Anywhere St., Any City, ST 12345</a:t>
              </a:r>
            </a:p>
            <a:p>
              <a:pPr defTabSz="457200"/>
              <a:r>
                <a:rPr lang="en-US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This is a sample text. Edit text here.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966C42D-8AC3-4CD0-E060-617513B1C013}"/>
              </a:ext>
            </a:extLst>
          </p:cNvPr>
          <p:cNvGrpSpPr/>
          <p:nvPr/>
        </p:nvGrpSpPr>
        <p:grpSpPr>
          <a:xfrm>
            <a:off x="823270" y="3431735"/>
            <a:ext cx="670250" cy="670250"/>
            <a:chOff x="823270" y="3431735"/>
            <a:chExt cx="670250" cy="67025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362566A-B86E-14E1-B915-E467CAEAD1A2}"/>
                </a:ext>
              </a:extLst>
            </p:cNvPr>
            <p:cNvSpPr/>
            <p:nvPr/>
          </p:nvSpPr>
          <p:spPr>
            <a:xfrm>
              <a:off x="823270" y="3431735"/>
              <a:ext cx="670250" cy="670250"/>
            </a:xfrm>
            <a:prstGeom prst="ellipse">
              <a:avLst/>
            </a:prstGeom>
            <a:solidFill>
              <a:schemeClr val="accent2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>
                <a:solidFill>
                  <a:schemeClr val="tx1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103A004-BCDF-A16D-6ADA-6E12D45B1C36}"/>
                </a:ext>
              </a:extLst>
            </p:cNvPr>
            <p:cNvSpPr/>
            <p:nvPr/>
          </p:nvSpPr>
          <p:spPr>
            <a:xfrm>
              <a:off x="874475" y="3482940"/>
              <a:ext cx="567840" cy="5678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>
                <a:solidFill>
                  <a:schemeClr val="tx1"/>
                </a:solidFill>
                <a:latin typeface="Segoe UI" panose="020B0502040204020203" pitchFamily="34" charset="0"/>
              </a:endParaRP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3B66923B-8579-5CC9-6934-490FFBC052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4194" y="3632659"/>
              <a:ext cx="268403" cy="268403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1427DED-2330-A095-34A4-3A3C4FC7312C}"/>
              </a:ext>
            </a:extLst>
          </p:cNvPr>
          <p:cNvGrpSpPr/>
          <p:nvPr/>
        </p:nvGrpSpPr>
        <p:grpSpPr>
          <a:xfrm>
            <a:off x="823270" y="4422958"/>
            <a:ext cx="670250" cy="670250"/>
            <a:chOff x="823270" y="4422958"/>
            <a:chExt cx="670250" cy="67025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8059C31-2F11-6E25-D8B7-E087AC01C87F}"/>
                </a:ext>
              </a:extLst>
            </p:cNvPr>
            <p:cNvSpPr/>
            <p:nvPr/>
          </p:nvSpPr>
          <p:spPr>
            <a:xfrm>
              <a:off x="823270" y="4422958"/>
              <a:ext cx="670250" cy="67025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>
                <a:solidFill>
                  <a:schemeClr val="tx1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92EDC09-9C14-81A5-A3DC-5C7FC40A24E5}"/>
                </a:ext>
              </a:extLst>
            </p:cNvPr>
            <p:cNvSpPr/>
            <p:nvPr/>
          </p:nvSpPr>
          <p:spPr>
            <a:xfrm>
              <a:off x="874475" y="4474163"/>
              <a:ext cx="567840" cy="5678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>
                <a:solidFill>
                  <a:schemeClr val="tx1"/>
                </a:solidFill>
                <a:latin typeface="Segoe UI" panose="020B0502040204020203" pitchFamily="34" charset="0"/>
              </a:endParaRPr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DF3345DE-E1F0-7CF0-5512-0BB4109F240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4194" y="4623882"/>
              <a:ext cx="268403" cy="268403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09A181D-CC78-053D-1C99-77CD5AACF199}"/>
              </a:ext>
            </a:extLst>
          </p:cNvPr>
          <p:cNvGrpSpPr/>
          <p:nvPr/>
        </p:nvGrpSpPr>
        <p:grpSpPr>
          <a:xfrm>
            <a:off x="823270" y="5414181"/>
            <a:ext cx="670250" cy="670250"/>
            <a:chOff x="823270" y="5414181"/>
            <a:chExt cx="670250" cy="67025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B786D7B-DDBF-122F-F077-75B1601AF039}"/>
                </a:ext>
              </a:extLst>
            </p:cNvPr>
            <p:cNvSpPr/>
            <p:nvPr/>
          </p:nvSpPr>
          <p:spPr>
            <a:xfrm>
              <a:off x="823270" y="5414181"/>
              <a:ext cx="670250" cy="670250"/>
            </a:xfrm>
            <a:prstGeom prst="ellipse">
              <a:avLst/>
            </a:prstGeom>
            <a:solidFill>
              <a:schemeClr val="accent2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>
                <a:solidFill>
                  <a:schemeClr val="tx1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C15A239-43D5-1A5D-BABC-62859963D0E1}"/>
                </a:ext>
              </a:extLst>
            </p:cNvPr>
            <p:cNvSpPr/>
            <p:nvPr/>
          </p:nvSpPr>
          <p:spPr>
            <a:xfrm>
              <a:off x="874475" y="5465386"/>
              <a:ext cx="567840" cy="5678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>
                <a:solidFill>
                  <a:schemeClr val="tx1"/>
                </a:solidFill>
                <a:latin typeface="Segoe UI" panose="020B0502040204020203" pitchFamily="34" charset="0"/>
              </a:endParaRPr>
            </a:p>
          </p:txBody>
        </p:sp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85A9944C-FF7E-962E-E32B-D14127C8314F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24194" y="5615105"/>
              <a:ext cx="268403" cy="268403"/>
            </a:xfrm>
            <a:prstGeom prst="rect">
              <a:avLst/>
            </a:prstGeom>
          </p:spPr>
        </p:pic>
      </p:grpSp>
      <p:sp>
        <p:nvSpPr>
          <p:cNvPr id="32" name="Rectangle: Single Corner Rounded 31">
            <a:extLst>
              <a:ext uri="{FF2B5EF4-FFF2-40B4-BE49-F238E27FC236}">
                <a16:creationId xmlns:a16="http://schemas.microsoft.com/office/drawing/2014/main" id="{4D0FA0EE-7067-AD02-7E07-8C00785CDA26}"/>
              </a:ext>
            </a:extLst>
          </p:cNvPr>
          <p:cNvSpPr/>
          <p:nvPr/>
        </p:nvSpPr>
        <p:spPr>
          <a:xfrm rot="10800000">
            <a:off x="8055979" y="-1"/>
            <a:ext cx="4136019" cy="5564640"/>
          </a:xfrm>
          <a:prstGeom prst="round1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>
              <a:latin typeface="Segoe UI" panose="020B0502040204020203" pitchFamily="34" charset="0"/>
            </a:endParaRPr>
          </a:p>
        </p:txBody>
      </p:sp>
      <p:pic>
        <p:nvPicPr>
          <p:cNvPr id="39" name="Picture Placeholder 38" descr="A person wearing a headset and sitting at a desk&#10;&#10;AI-generated content may be incorrect.">
            <a:extLst>
              <a:ext uri="{FF2B5EF4-FFF2-40B4-BE49-F238E27FC236}">
                <a16:creationId xmlns:a16="http://schemas.microsoft.com/office/drawing/2014/main" id="{FAA796C9-62B4-78E5-A10A-1641298F9A6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9987" y="1293360"/>
            <a:ext cx="4687819" cy="5564640"/>
          </a:xfr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4035275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21" grpId="0"/>
      <p:bldP spid="7" grpId="0"/>
      <p:bldP spid="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00080" y="3164752"/>
            <a:ext cx="2791845" cy="52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161359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Consulting Proposal (Blue)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FDE"/>
      </a:accent1>
      <a:accent2>
        <a:srgbClr val="00206C"/>
      </a:accent2>
      <a:accent3>
        <a:srgbClr val="004098"/>
      </a:accent3>
      <a:accent4>
        <a:srgbClr val="000041"/>
      </a:accent4>
      <a:accent5>
        <a:srgbClr val="4F9AFF"/>
      </a:accent5>
      <a:accent6>
        <a:srgbClr val="A3CAFF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1263</TotalTime>
  <Words>698</Words>
  <Application>Microsoft Macintosh PowerPoint</Application>
  <PresentationFormat>Panorámica</PresentationFormat>
  <Paragraphs>76</Paragraphs>
  <Slides>8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Irfan Munshi</dc:creator>
  <cp:lastModifiedBy>Biblioteca</cp:lastModifiedBy>
  <cp:revision>29</cp:revision>
  <dcterms:created xsi:type="dcterms:W3CDTF">2026-01-27T17:27:22Z</dcterms:created>
  <dcterms:modified xsi:type="dcterms:W3CDTF">2026-07-28T15:46:01Z</dcterms:modified>
</cp:coreProperties>
</file>